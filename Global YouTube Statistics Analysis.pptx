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2" r:id="rId3"/>
  </p:sldMasterIdLst>
  <p:notesMasterIdLst>
    <p:notesMasterId r:id="rId77"/>
  </p:notesMasterIdLst>
  <p:sldIdLst>
    <p:sldId id="256" r:id="rId4"/>
    <p:sldId id="257" r:id="rId5"/>
    <p:sldId id="319" r:id="rId6"/>
    <p:sldId id="277" r:id="rId7"/>
    <p:sldId id="259" r:id="rId8"/>
    <p:sldId id="320" r:id="rId9"/>
    <p:sldId id="258" r:id="rId10"/>
    <p:sldId id="292" r:id="rId11"/>
    <p:sldId id="322" r:id="rId12"/>
    <p:sldId id="276" r:id="rId13"/>
    <p:sldId id="294" r:id="rId14"/>
    <p:sldId id="339" r:id="rId15"/>
    <p:sldId id="278" r:id="rId16"/>
    <p:sldId id="293" r:id="rId17"/>
    <p:sldId id="338" r:id="rId18"/>
    <p:sldId id="279" r:id="rId19"/>
    <p:sldId id="295" r:id="rId20"/>
    <p:sldId id="337" r:id="rId21"/>
    <p:sldId id="280" r:id="rId22"/>
    <p:sldId id="297" r:id="rId23"/>
    <p:sldId id="336" r:id="rId24"/>
    <p:sldId id="281" r:id="rId25"/>
    <p:sldId id="296" r:id="rId26"/>
    <p:sldId id="321" r:id="rId27"/>
    <p:sldId id="282" r:id="rId28"/>
    <p:sldId id="298" r:id="rId29"/>
    <p:sldId id="299" r:id="rId30"/>
    <p:sldId id="300" r:id="rId31"/>
    <p:sldId id="301" r:id="rId32"/>
    <p:sldId id="302" r:id="rId33"/>
    <p:sldId id="340" r:id="rId34"/>
    <p:sldId id="283" r:id="rId35"/>
    <p:sldId id="303" r:id="rId36"/>
    <p:sldId id="304" r:id="rId37"/>
    <p:sldId id="305" r:id="rId38"/>
    <p:sldId id="341" r:id="rId39"/>
    <p:sldId id="284" r:id="rId40"/>
    <p:sldId id="306" r:id="rId41"/>
    <p:sldId id="307" r:id="rId42"/>
    <p:sldId id="342" r:id="rId43"/>
    <p:sldId id="285" r:id="rId44"/>
    <p:sldId id="308" r:id="rId45"/>
    <p:sldId id="343" r:id="rId46"/>
    <p:sldId id="286" r:id="rId47"/>
    <p:sldId id="309" r:id="rId48"/>
    <p:sldId id="344" r:id="rId49"/>
    <p:sldId id="287" r:id="rId50"/>
    <p:sldId id="310" r:id="rId51"/>
    <p:sldId id="311" r:id="rId52"/>
    <p:sldId id="345" r:id="rId53"/>
    <p:sldId id="288" r:id="rId54"/>
    <p:sldId id="352" r:id="rId55"/>
    <p:sldId id="346" r:id="rId56"/>
    <p:sldId id="289" r:id="rId57"/>
    <p:sldId id="312" r:id="rId58"/>
    <p:sldId id="347" r:id="rId59"/>
    <p:sldId id="290" r:id="rId60"/>
    <p:sldId id="313" r:id="rId61"/>
    <p:sldId id="348" r:id="rId62"/>
    <p:sldId id="291" r:id="rId63"/>
    <p:sldId id="314" r:id="rId64"/>
    <p:sldId id="349" r:id="rId65"/>
    <p:sldId id="262" r:id="rId66"/>
    <p:sldId id="315" r:id="rId67"/>
    <p:sldId id="350" r:id="rId68"/>
    <p:sldId id="266" r:id="rId69"/>
    <p:sldId id="316" r:id="rId70"/>
    <p:sldId id="351" r:id="rId71"/>
    <p:sldId id="270" r:id="rId72"/>
    <p:sldId id="317" r:id="rId73"/>
    <p:sldId id="318" r:id="rId74"/>
    <p:sldId id="353" r:id="rId75"/>
    <p:sldId id="274" r:id="rId7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04A848-7077-4329-9E96-0949ACEA8D50}" v="136" dt="2025-07-26T18:36:3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708" y="2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82" Type="http://schemas.microsoft.com/office/2016/11/relationships/changesInfo" Target="changesInfos/changesInfo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oshi kundu" userId="d24f1067c13e7079" providerId="LiveId" clId="{E404A848-7077-4329-9E96-0949ACEA8D50}"/>
    <pc:docChg chg="custSel addSld delSld modSld sldOrd">
      <pc:chgData name="Shreyoshi kundu" userId="d24f1067c13e7079" providerId="LiveId" clId="{E404A848-7077-4329-9E96-0949ACEA8D50}" dt="2025-07-26T18:36:36.373" v="777" actId="14100"/>
      <pc:docMkLst>
        <pc:docMk/>
      </pc:docMkLst>
      <pc:sldChg chg="modSp mod">
        <pc:chgData name="Shreyoshi kundu" userId="d24f1067c13e7079" providerId="LiveId" clId="{E404A848-7077-4329-9E96-0949ACEA8D50}" dt="2025-07-26T16:48:15.478" v="101" actId="20577"/>
        <pc:sldMkLst>
          <pc:docMk/>
          <pc:sldMk cId="0" sldId="256"/>
        </pc:sldMkLst>
        <pc:spChg chg="mod">
          <ac:chgData name="Shreyoshi kundu" userId="d24f1067c13e7079" providerId="LiveId" clId="{E404A848-7077-4329-9E96-0949ACEA8D50}" dt="2025-07-26T16:48:15.478" v="101" actId="20577"/>
          <ac:spMkLst>
            <pc:docMk/>
            <pc:sldMk cId="0" sldId="256"/>
            <ac:spMk id="113" creationId="{00000000-0000-0000-0000-000000000000}"/>
          </ac:spMkLst>
        </pc:spChg>
      </pc:sldChg>
      <pc:sldChg chg="modSp mod">
        <pc:chgData name="Shreyoshi kundu" userId="d24f1067c13e7079" providerId="LiveId" clId="{E404A848-7077-4329-9E96-0949ACEA8D50}" dt="2025-07-26T16:47:49.654" v="81" actId="14100"/>
        <pc:sldMkLst>
          <pc:docMk/>
          <pc:sldMk cId="0" sldId="257"/>
        </pc:sldMkLst>
        <pc:spChg chg="mod">
          <ac:chgData name="Shreyoshi kundu" userId="d24f1067c13e7079" providerId="LiveId" clId="{E404A848-7077-4329-9E96-0949ACEA8D50}" dt="2025-07-26T16:43:43.633" v="33" actId="27636"/>
          <ac:spMkLst>
            <pc:docMk/>
            <pc:sldMk cId="0" sldId="257"/>
            <ac:spMk id="115" creationId="{00000000-0000-0000-0000-000000000000}"/>
          </ac:spMkLst>
        </pc:spChg>
        <pc:spChg chg="mod">
          <ac:chgData name="Shreyoshi kundu" userId="d24f1067c13e7079" providerId="LiveId" clId="{E404A848-7077-4329-9E96-0949ACEA8D50}" dt="2025-07-26T16:47:49.654" v="81" actId="14100"/>
          <ac:spMkLst>
            <pc:docMk/>
            <pc:sldMk cId="0" sldId="257"/>
            <ac:spMk id="116" creationId="{00000000-0000-0000-0000-000000000000}"/>
          </ac:spMkLst>
        </pc:spChg>
      </pc:sldChg>
      <pc:sldChg chg="modSp mod">
        <pc:chgData name="Shreyoshi kundu" userId="d24f1067c13e7079" providerId="LiveId" clId="{E404A848-7077-4329-9E96-0949ACEA8D50}" dt="2025-07-26T17:10:56.493" v="317" actId="27636"/>
        <pc:sldMkLst>
          <pc:docMk/>
          <pc:sldMk cId="0" sldId="258"/>
        </pc:sldMkLst>
        <pc:spChg chg="mod">
          <ac:chgData name="Shreyoshi kundu" userId="d24f1067c13e7079" providerId="LiveId" clId="{E404A848-7077-4329-9E96-0949ACEA8D50}" dt="2025-07-26T17:10:56.493" v="317" actId="27636"/>
          <ac:spMkLst>
            <pc:docMk/>
            <pc:sldMk cId="0" sldId="258"/>
            <ac:spMk id="119" creationId="{00000000-0000-0000-0000-000000000000}"/>
          </ac:spMkLst>
        </pc:spChg>
      </pc:sldChg>
      <pc:sldChg chg="del">
        <pc:chgData name="Shreyoshi kundu" userId="d24f1067c13e7079" providerId="LiveId" clId="{E404A848-7077-4329-9E96-0949ACEA8D50}" dt="2025-07-26T18:01:17.187" v="656" actId="47"/>
        <pc:sldMkLst>
          <pc:docMk/>
          <pc:sldMk cId="0" sldId="260"/>
        </pc:sldMkLst>
      </pc:sldChg>
      <pc:sldChg chg="modSp del mod">
        <pc:chgData name="Shreyoshi kundu" userId="d24f1067c13e7079" providerId="LiveId" clId="{E404A848-7077-4329-9E96-0949ACEA8D50}" dt="2025-07-26T17:08:45.248" v="305" actId="47"/>
        <pc:sldMkLst>
          <pc:docMk/>
          <pc:sldMk cId="0" sldId="261"/>
        </pc:sldMkLst>
        <pc:spChg chg="mod">
          <ac:chgData name="Shreyoshi kundu" userId="d24f1067c13e7079" providerId="LiveId" clId="{E404A848-7077-4329-9E96-0949ACEA8D50}" dt="2025-07-26T17:08:27.482" v="294" actId="20577"/>
          <ac:spMkLst>
            <pc:docMk/>
            <pc:sldMk cId="0" sldId="261"/>
            <ac:spMk id="129" creationId="{00000000-0000-0000-0000-000000000000}"/>
          </ac:spMkLst>
        </pc:spChg>
        <pc:spChg chg="mod">
          <ac:chgData name="Shreyoshi kundu" userId="d24f1067c13e7079" providerId="LiveId" clId="{E404A848-7077-4329-9E96-0949ACEA8D50}" dt="2025-07-26T17:08:30.693" v="295" actId="20577"/>
          <ac:spMkLst>
            <pc:docMk/>
            <pc:sldMk cId="0" sldId="261"/>
            <ac:spMk id="130" creationId="{00000000-0000-0000-0000-000000000000}"/>
          </ac:spMkLst>
        </pc:spChg>
      </pc:sldChg>
      <pc:sldChg chg="addSp delSp modSp mod">
        <pc:chgData name="Shreyoshi kundu" userId="d24f1067c13e7079" providerId="LiveId" clId="{E404A848-7077-4329-9E96-0949ACEA8D50}" dt="2025-07-26T18:00:30.658" v="653" actId="255"/>
        <pc:sldMkLst>
          <pc:docMk/>
          <pc:sldMk cId="0" sldId="262"/>
        </pc:sldMkLst>
        <pc:spChg chg="add mod">
          <ac:chgData name="Shreyoshi kundu" userId="d24f1067c13e7079" providerId="LiveId" clId="{E404A848-7077-4329-9E96-0949ACEA8D50}" dt="2025-07-26T18:00:30.658" v="653" actId="255"/>
          <ac:spMkLst>
            <pc:docMk/>
            <pc:sldMk cId="0" sldId="262"/>
            <ac:spMk id="2" creationId="{6035347E-726A-EA66-8A5C-76B5ACDED11F}"/>
          </ac:spMkLst>
        </pc:spChg>
        <pc:spChg chg="del mod">
          <ac:chgData name="Shreyoshi kundu" userId="d24f1067c13e7079" providerId="LiveId" clId="{E404A848-7077-4329-9E96-0949ACEA8D50}" dt="2025-07-26T17:59:11.561" v="595"/>
          <ac:spMkLst>
            <pc:docMk/>
            <pc:sldMk cId="0" sldId="262"/>
            <ac:spMk id="132" creationId="{00000000-0000-0000-0000-000000000000}"/>
          </ac:spMkLst>
        </pc:spChg>
      </pc:sldChg>
      <pc:sldChg chg="del">
        <pc:chgData name="Shreyoshi kundu" userId="d24f1067c13e7079" providerId="LiveId" clId="{E404A848-7077-4329-9E96-0949ACEA8D50}" dt="2025-07-26T17:08:35.502" v="296" actId="47"/>
        <pc:sldMkLst>
          <pc:docMk/>
          <pc:sldMk cId="0" sldId="263"/>
        </pc:sldMkLst>
      </pc:sldChg>
      <pc:sldChg chg="del">
        <pc:chgData name="Shreyoshi kundu" userId="d24f1067c13e7079" providerId="LiveId" clId="{E404A848-7077-4329-9E96-0949ACEA8D50}" dt="2025-07-26T17:08:36.709" v="297" actId="47"/>
        <pc:sldMkLst>
          <pc:docMk/>
          <pc:sldMk cId="0" sldId="264"/>
        </pc:sldMkLst>
      </pc:sldChg>
      <pc:sldChg chg="del">
        <pc:chgData name="Shreyoshi kundu" userId="d24f1067c13e7079" providerId="LiveId" clId="{E404A848-7077-4329-9E96-0949ACEA8D50}" dt="2025-07-26T17:08:37.439" v="298" actId="47"/>
        <pc:sldMkLst>
          <pc:docMk/>
          <pc:sldMk cId="0" sldId="265"/>
        </pc:sldMkLst>
      </pc:sldChg>
      <pc:sldChg chg="modSp">
        <pc:chgData name="Shreyoshi kundu" userId="d24f1067c13e7079" providerId="LiveId" clId="{E404A848-7077-4329-9E96-0949ACEA8D50}" dt="2025-07-26T18:00:11.913" v="651"/>
        <pc:sldMkLst>
          <pc:docMk/>
          <pc:sldMk cId="0" sldId="266"/>
        </pc:sldMkLst>
        <pc:spChg chg="mod">
          <ac:chgData name="Shreyoshi kundu" userId="d24f1067c13e7079" providerId="LiveId" clId="{E404A848-7077-4329-9E96-0949ACEA8D50}" dt="2025-07-26T18:00:11.913" v="651"/>
          <ac:spMkLst>
            <pc:docMk/>
            <pc:sldMk cId="0" sldId="266"/>
            <ac:spMk id="145" creationId="{00000000-0000-0000-0000-000000000000}"/>
          </ac:spMkLst>
        </pc:spChg>
      </pc:sldChg>
      <pc:sldChg chg="del">
        <pc:chgData name="Shreyoshi kundu" userId="d24f1067c13e7079" providerId="LiveId" clId="{E404A848-7077-4329-9E96-0949ACEA8D50}" dt="2025-07-26T17:08:38.255" v="299" actId="47"/>
        <pc:sldMkLst>
          <pc:docMk/>
          <pc:sldMk cId="0" sldId="267"/>
        </pc:sldMkLst>
      </pc:sldChg>
      <pc:sldChg chg="del">
        <pc:chgData name="Shreyoshi kundu" userId="d24f1067c13e7079" providerId="LiveId" clId="{E404A848-7077-4329-9E96-0949ACEA8D50}" dt="2025-07-26T17:08:38.905" v="300" actId="47"/>
        <pc:sldMkLst>
          <pc:docMk/>
          <pc:sldMk cId="0" sldId="268"/>
        </pc:sldMkLst>
      </pc:sldChg>
      <pc:sldChg chg="del">
        <pc:chgData name="Shreyoshi kundu" userId="d24f1067c13e7079" providerId="LiveId" clId="{E404A848-7077-4329-9E96-0949ACEA8D50}" dt="2025-07-26T17:08:39.461" v="301" actId="47"/>
        <pc:sldMkLst>
          <pc:docMk/>
          <pc:sldMk cId="0" sldId="269"/>
        </pc:sldMkLst>
      </pc:sldChg>
      <pc:sldChg chg="modSp">
        <pc:chgData name="Shreyoshi kundu" userId="d24f1067c13e7079" providerId="LiveId" clId="{E404A848-7077-4329-9E96-0949ACEA8D50}" dt="2025-07-26T18:00:44.651" v="654"/>
        <pc:sldMkLst>
          <pc:docMk/>
          <pc:sldMk cId="0" sldId="270"/>
        </pc:sldMkLst>
        <pc:spChg chg="mod">
          <ac:chgData name="Shreyoshi kundu" userId="d24f1067c13e7079" providerId="LiveId" clId="{E404A848-7077-4329-9E96-0949ACEA8D50}" dt="2025-07-26T18:00:44.651" v="654"/>
          <ac:spMkLst>
            <pc:docMk/>
            <pc:sldMk cId="0" sldId="270"/>
            <ac:spMk id="158" creationId="{00000000-0000-0000-0000-000000000000}"/>
          </ac:spMkLst>
        </pc:spChg>
      </pc:sldChg>
      <pc:sldChg chg="del">
        <pc:chgData name="Shreyoshi kundu" userId="d24f1067c13e7079" providerId="LiveId" clId="{E404A848-7077-4329-9E96-0949ACEA8D50}" dt="2025-07-26T17:08:40.020" v="302" actId="47"/>
        <pc:sldMkLst>
          <pc:docMk/>
          <pc:sldMk cId="0" sldId="271"/>
        </pc:sldMkLst>
      </pc:sldChg>
      <pc:sldChg chg="del">
        <pc:chgData name="Shreyoshi kundu" userId="d24f1067c13e7079" providerId="LiveId" clId="{E404A848-7077-4329-9E96-0949ACEA8D50}" dt="2025-07-26T17:08:40.832" v="303" actId="47"/>
        <pc:sldMkLst>
          <pc:docMk/>
          <pc:sldMk cId="0" sldId="272"/>
        </pc:sldMkLst>
      </pc:sldChg>
      <pc:sldChg chg="del">
        <pc:chgData name="Shreyoshi kundu" userId="d24f1067c13e7079" providerId="LiveId" clId="{E404A848-7077-4329-9E96-0949ACEA8D50}" dt="2025-07-26T17:08:41.504" v="304" actId="47"/>
        <pc:sldMkLst>
          <pc:docMk/>
          <pc:sldMk cId="0" sldId="273"/>
        </pc:sldMkLst>
      </pc:sldChg>
      <pc:sldChg chg="addSp delSp modSp mod">
        <pc:chgData name="Shreyoshi kundu" userId="d24f1067c13e7079" providerId="LiveId" clId="{E404A848-7077-4329-9E96-0949ACEA8D50}" dt="2025-07-26T18:36:36.373" v="777" actId="14100"/>
        <pc:sldMkLst>
          <pc:docMk/>
          <pc:sldMk cId="0" sldId="274"/>
        </pc:sldMkLst>
        <pc:spChg chg="add mod">
          <ac:chgData name="Shreyoshi kundu" userId="d24f1067c13e7079" providerId="LiveId" clId="{E404A848-7077-4329-9E96-0949ACEA8D50}" dt="2025-07-26T18:36:36.373" v="777" actId="14100"/>
          <ac:spMkLst>
            <pc:docMk/>
            <pc:sldMk cId="0" sldId="274"/>
            <ac:spMk id="2" creationId="{FE8AC328-65D7-9941-505C-88B9A18B0AE9}"/>
          </ac:spMkLst>
        </pc:spChg>
        <pc:spChg chg="del mod">
          <ac:chgData name="Shreyoshi kundu" userId="d24f1067c13e7079" providerId="LiveId" clId="{E404A848-7077-4329-9E96-0949ACEA8D50}" dt="2025-07-26T18:35:54.331" v="772"/>
          <ac:spMkLst>
            <pc:docMk/>
            <pc:sldMk cId="0" sldId="274"/>
            <ac:spMk id="172" creationId="{00000000-0000-0000-0000-000000000000}"/>
          </ac:spMkLst>
        </pc:spChg>
      </pc:sldChg>
      <pc:sldChg chg="delSp modSp del mod">
        <pc:chgData name="Shreyoshi kundu" userId="d24f1067c13e7079" providerId="LiveId" clId="{E404A848-7077-4329-9E96-0949ACEA8D50}" dt="2025-07-26T17:10:00.699" v="313" actId="2696"/>
        <pc:sldMkLst>
          <pc:docMk/>
          <pc:sldMk cId="0" sldId="275"/>
        </pc:sldMkLst>
        <pc:spChg chg="del mod">
          <ac:chgData name="Shreyoshi kundu" userId="d24f1067c13e7079" providerId="LiveId" clId="{E404A848-7077-4329-9E96-0949ACEA8D50}" dt="2025-07-26T17:09:38.178" v="312" actId="21"/>
          <ac:spMkLst>
            <pc:docMk/>
            <pc:sldMk cId="0" sldId="275"/>
            <ac:spMk id="175" creationId="{00000000-0000-0000-0000-000000000000}"/>
          </ac:spMkLst>
        </pc:spChg>
        <pc:spChg chg="del mod">
          <ac:chgData name="Shreyoshi kundu" userId="d24f1067c13e7079" providerId="LiveId" clId="{E404A848-7077-4329-9E96-0949ACEA8D50}" dt="2025-07-26T17:09:00.752" v="307" actId="478"/>
          <ac:spMkLst>
            <pc:docMk/>
            <pc:sldMk cId="0" sldId="275"/>
            <ac:spMk id="176" creationId="{00000000-0000-0000-0000-000000000000}"/>
          </ac:spMkLst>
        </pc:spChg>
        <pc:spChg chg="del mod">
          <ac:chgData name="Shreyoshi kundu" userId="d24f1067c13e7079" providerId="LiveId" clId="{E404A848-7077-4329-9E96-0949ACEA8D50}" dt="2025-07-26T17:09:29.956" v="310" actId="21"/>
          <ac:spMkLst>
            <pc:docMk/>
            <pc:sldMk cId="0" sldId="275"/>
            <ac:spMk id="192" creationId="{00000000-0000-0000-0000-000000000000}"/>
          </ac:spMkLst>
        </pc:spChg>
      </pc:sldChg>
      <pc:sldChg chg="modSp mod">
        <pc:chgData name="Shreyoshi kundu" userId="d24f1067c13e7079" providerId="LiveId" clId="{E404A848-7077-4329-9E96-0949ACEA8D50}" dt="2025-07-26T17:17:13.678" v="338" actId="27636"/>
        <pc:sldMkLst>
          <pc:docMk/>
          <pc:sldMk cId="805784060" sldId="276"/>
        </pc:sldMkLst>
        <pc:spChg chg="mod">
          <ac:chgData name="Shreyoshi kundu" userId="d24f1067c13e7079" providerId="LiveId" clId="{E404A848-7077-4329-9E96-0949ACEA8D50}" dt="2025-07-26T17:17:13.678" v="338" actId="27636"/>
          <ac:spMkLst>
            <pc:docMk/>
            <pc:sldMk cId="805784060" sldId="276"/>
            <ac:spMk id="119" creationId="{3F2B8211-5340-37E9-B583-B53068EDB42F}"/>
          </ac:spMkLst>
        </pc:spChg>
      </pc:sldChg>
      <pc:sldChg chg="addSp delSp modSp mod">
        <pc:chgData name="Shreyoshi kundu" userId="d24f1067c13e7079" providerId="LiveId" clId="{E404A848-7077-4329-9E96-0949ACEA8D50}" dt="2025-07-26T17:02:28.391" v="197" actId="1076"/>
        <pc:sldMkLst>
          <pc:docMk/>
          <pc:sldMk cId="3798520312" sldId="277"/>
        </pc:sldMkLst>
        <pc:spChg chg="add del mod">
          <ac:chgData name="Shreyoshi kundu" userId="d24f1067c13e7079" providerId="LiveId" clId="{E404A848-7077-4329-9E96-0949ACEA8D50}" dt="2025-07-26T16:36:40.753" v="11"/>
          <ac:spMkLst>
            <pc:docMk/>
            <pc:sldMk cId="3798520312" sldId="277"/>
            <ac:spMk id="2" creationId="{90950407-95E7-CE2D-E791-5278D8BA8D87}"/>
          </ac:spMkLst>
        </pc:spChg>
        <pc:spChg chg="add mod">
          <ac:chgData name="Shreyoshi kundu" userId="d24f1067c13e7079" providerId="LiveId" clId="{E404A848-7077-4329-9E96-0949ACEA8D50}" dt="2025-07-26T17:02:28.391" v="197" actId="1076"/>
          <ac:spMkLst>
            <pc:docMk/>
            <pc:sldMk cId="3798520312" sldId="277"/>
            <ac:spMk id="3" creationId="{0419EAC7-D736-3F12-C8A2-0026A8320BA0}"/>
          </ac:spMkLst>
        </pc:spChg>
      </pc:sldChg>
      <pc:sldChg chg="modSp mod">
        <pc:chgData name="Shreyoshi kundu" userId="d24f1067c13e7079" providerId="LiveId" clId="{E404A848-7077-4329-9E96-0949ACEA8D50}" dt="2025-07-26T17:23:36.657" v="415" actId="27636"/>
        <pc:sldMkLst>
          <pc:docMk/>
          <pc:sldMk cId="4129652353" sldId="278"/>
        </pc:sldMkLst>
        <pc:spChg chg="mod">
          <ac:chgData name="Shreyoshi kundu" userId="d24f1067c13e7079" providerId="LiveId" clId="{E404A848-7077-4329-9E96-0949ACEA8D50}" dt="2025-07-26T17:23:36.657" v="415" actId="27636"/>
          <ac:spMkLst>
            <pc:docMk/>
            <pc:sldMk cId="4129652353" sldId="278"/>
            <ac:spMk id="119" creationId="{ED863292-EA4D-8FEF-AACB-622FF2113C04}"/>
          </ac:spMkLst>
        </pc:spChg>
      </pc:sldChg>
      <pc:sldChg chg="modSp mod">
        <pc:chgData name="Shreyoshi kundu" userId="d24f1067c13e7079" providerId="LiveId" clId="{E404A848-7077-4329-9E96-0949ACEA8D50}" dt="2025-07-26T17:27:48.404" v="426" actId="27636"/>
        <pc:sldMkLst>
          <pc:docMk/>
          <pc:sldMk cId="741538844" sldId="279"/>
        </pc:sldMkLst>
        <pc:spChg chg="mod">
          <ac:chgData name="Shreyoshi kundu" userId="d24f1067c13e7079" providerId="LiveId" clId="{E404A848-7077-4329-9E96-0949ACEA8D50}" dt="2025-07-26T17:27:48.404" v="426" actId="27636"/>
          <ac:spMkLst>
            <pc:docMk/>
            <pc:sldMk cId="741538844" sldId="279"/>
            <ac:spMk id="119" creationId="{DAE13387-76EE-6B90-714E-734297F72B95}"/>
          </ac:spMkLst>
        </pc:spChg>
      </pc:sldChg>
      <pc:sldChg chg="modSp mod">
        <pc:chgData name="Shreyoshi kundu" userId="d24f1067c13e7079" providerId="LiveId" clId="{E404A848-7077-4329-9E96-0949ACEA8D50}" dt="2025-07-26T17:30:01.164" v="444" actId="20577"/>
        <pc:sldMkLst>
          <pc:docMk/>
          <pc:sldMk cId="3956534639" sldId="280"/>
        </pc:sldMkLst>
        <pc:spChg chg="mod">
          <ac:chgData name="Shreyoshi kundu" userId="d24f1067c13e7079" providerId="LiveId" clId="{E404A848-7077-4329-9E96-0949ACEA8D50}" dt="2025-07-26T17:30:01.164" v="444" actId="20577"/>
          <ac:spMkLst>
            <pc:docMk/>
            <pc:sldMk cId="3956534639" sldId="280"/>
            <ac:spMk id="119" creationId="{FD54D7B9-164E-A8E9-7C1F-7A6A2DA76323}"/>
          </ac:spMkLst>
        </pc:spChg>
      </pc:sldChg>
      <pc:sldChg chg="modSp mod">
        <pc:chgData name="Shreyoshi kundu" userId="d24f1067c13e7079" providerId="LiveId" clId="{E404A848-7077-4329-9E96-0949ACEA8D50}" dt="2025-07-26T17:33:33.798" v="463" actId="27636"/>
        <pc:sldMkLst>
          <pc:docMk/>
          <pc:sldMk cId="1753659143" sldId="281"/>
        </pc:sldMkLst>
        <pc:spChg chg="mod">
          <ac:chgData name="Shreyoshi kundu" userId="d24f1067c13e7079" providerId="LiveId" clId="{E404A848-7077-4329-9E96-0949ACEA8D50}" dt="2025-07-26T17:33:33.798" v="463" actId="27636"/>
          <ac:spMkLst>
            <pc:docMk/>
            <pc:sldMk cId="1753659143" sldId="281"/>
            <ac:spMk id="119" creationId="{E69019C2-1998-7DAA-2FF8-489A67E8F4A4}"/>
          </ac:spMkLst>
        </pc:spChg>
      </pc:sldChg>
      <pc:sldChg chg="modSp mod">
        <pc:chgData name="Shreyoshi kundu" userId="d24f1067c13e7079" providerId="LiveId" clId="{E404A848-7077-4329-9E96-0949ACEA8D50}" dt="2025-07-26T17:41:30.958" v="485" actId="27636"/>
        <pc:sldMkLst>
          <pc:docMk/>
          <pc:sldMk cId="829317248" sldId="282"/>
        </pc:sldMkLst>
        <pc:spChg chg="mod">
          <ac:chgData name="Shreyoshi kundu" userId="d24f1067c13e7079" providerId="LiveId" clId="{E404A848-7077-4329-9E96-0949ACEA8D50}" dt="2025-07-26T17:41:30.958" v="485" actId="27636"/>
          <ac:spMkLst>
            <pc:docMk/>
            <pc:sldMk cId="829317248" sldId="282"/>
            <ac:spMk id="119" creationId="{EE3F706D-012F-18AB-7EEB-CE65E75DA2AC}"/>
          </ac:spMkLst>
        </pc:spChg>
      </pc:sldChg>
      <pc:sldChg chg="modSp mod">
        <pc:chgData name="Shreyoshi kundu" userId="d24f1067c13e7079" providerId="LiveId" clId="{E404A848-7077-4329-9E96-0949ACEA8D50}" dt="2025-07-26T17:43:00.210" v="487" actId="27636"/>
        <pc:sldMkLst>
          <pc:docMk/>
          <pc:sldMk cId="2036784765" sldId="283"/>
        </pc:sldMkLst>
        <pc:spChg chg="mod">
          <ac:chgData name="Shreyoshi kundu" userId="d24f1067c13e7079" providerId="LiveId" clId="{E404A848-7077-4329-9E96-0949ACEA8D50}" dt="2025-07-26T17:43:00.210" v="487" actId="27636"/>
          <ac:spMkLst>
            <pc:docMk/>
            <pc:sldMk cId="2036784765" sldId="283"/>
            <ac:spMk id="119" creationId="{AF1C31FF-BBBA-AE4A-BA02-AB937114C65F}"/>
          </ac:spMkLst>
        </pc:spChg>
      </pc:sldChg>
      <pc:sldChg chg="addSp delSp modSp mod">
        <pc:chgData name="Shreyoshi kundu" userId="d24f1067c13e7079" providerId="LiveId" clId="{E404A848-7077-4329-9E96-0949ACEA8D50}" dt="2025-07-26T17:52:10.545" v="515" actId="255"/>
        <pc:sldMkLst>
          <pc:docMk/>
          <pc:sldMk cId="1099106504" sldId="284"/>
        </pc:sldMkLst>
        <pc:spChg chg="add mod">
          <ac:chgData name="Shreyoshi kundu" userId="d24f1067c13e7079" providerId="LiveId" clId="{E404A848-7077-4329-9E96-0949ACEA8D50}" dt="2025-07-26T17:52:10.545" v="515" actId="255"/>
          <ac:spMkLst>
            <pc:docMk/>
            <pc:sldMk cId="1099106504" sldId="284"/>
            <ac:spMk id="2" creationId="{2D4EAD58-B0DE-C3D4-5CAD-8AF470E18EDC}"/>
          </ac:spMkLst>
        </pc:spChg>
        <pc:spChg chg="del">
          <ac:chgData name="Shreyoshi kundu" userId="d24f1067c13e7079" providerId="LiveId" clId="{E404A848-7077-4329-9E96-0949ACEA8D50}" dt="2025-07-26T17:51:14.728" v="499"/>
          <ac:spMkLst>
            <pc:docMk/>
            <pc:sldMk cId="1099106504" sldId="284"/>
            <ac:spMk id="119" creationId="{69B98872-2B68-8F37-5C85-CF4FBBD4B95F}"/>
          </ac:spMkLst>
        </pc:spChg>
      </pc:sldChg>
      <pc:sldChg chg="modSp">
        <pc:chgData name="Shreyoshi kundu" userId="d24f1067c13e7079" providerId="LiveId" clId="{E404A848-7077-4329-9E96-0949ACEA8D50}" dt="2025-07-26T17:52:30.788" v="516"/>
        <pc:sldMkLst>
          <pc:docMk/>
          <pc:sldMk cId="1007521270" sldId="285"/>
        </pc:sldMkLst>
        <pc:spChg chg="mod">
          <ac:chgData name="Shreyoshi kundu" userId="d24f1067c13e7079" providerId="LiveId" clId="{E404A848-7077-4329-9E96-0949ACEA8D50}" dt="2025-07-26T17:52:30.788" v="516"/>
          <ac:spMkLst>
            <pc:docMk/>
            <pc:sldMk cId="1007521270" sldId="285"/>
            <ac:spMk id="119" creationId="{D647C78A-77F9-241D-1639-C79FDE916B8B}"/>
          </ac:spMkLst>
        </pc:spChg>
      </pc:sldChg>
      <pc:sldChg chg="modSp">
        <pc:chgData name="Shreyoshi kundu" userId="d24f1067c13e7079" providerId="LiveId" clId="{E404A848-7077-4329-9E96-0949ACEA8D50}" dt="2025-07-26T17:53:04.108" v="520"/>
        <pc:sldMkLst>
          <pc:docMk/>
          <pc:sldMk cId="4269766425" sldId="286"/>
        </pc:sldMkLst>
        <pc:spChg chg="mod">
          <ac:chgData name="Shreyoshi kundu" userId="d24f1067c13e7079" providerId="LiveId" clId="{E404A848-7077-4329-9E96-0949ACEA8D50}" dt="2025-07-26T17:53:04.108" v="520"/>
          <ac:spMkLst>
            <pc:docMk/>
            <pc:sldMk cId="4269766425" sldId="286"/>
            <ac:spMk id="119" creationId="{C3BD8692-04DE-5F59-1723-09E80C9C49A8}"/>
          </ac:spMkLst>
        </pc:spChg>
      </pc:sldChg>
      <pc:sldChg chg="modSp">
        <pc:chgData name="Shreyoshi kundu" userId="d24f1067c13e7079" providerId="LiveId" clId="{E404A848-7077-4329-9E96-0949ACEA8D50}" dt="2025-07-26T17:53:17.376" v="521"/>
        <pc:sldMkLst>
          <pc:docMk/>
          <pc:sldMk cId="3700332878" sldId="287"/>
        </pc:sldMkLst>
        <pc:spChg chg="mod">
          <ac:chgData name="Shreyoshi kundu" userId="d24f1067c13e7079" providerId="LiveId" clId="{E404A848-7077-4329-9E96-0949ACEA8D50}" dt="2025-07-26T17:53:17.376" v="521"/>
          <ac:spMkLst>
            <pc:docMk/>
            <pc:sldMk cId="3700332878" sldId="287"/>
            <ac:spMk id="119" creationId="{9C08349D-394F-1648-FD5B-B76C9F862DBC}"/>
          </ac:spMkLst>
        </pc:spChg>
      </pc:sldChg>
      <pc:sldChg chg="modSp mod">
        <pc:chgData name="Shreyoshi kundu" userId="d24f1067c13e7079" providerId="LiveId" clId="{E404A848-7077-4329-9E96-0949ACEA8D50}" dt="2025-07-26T17:56:23.281" v="575" actId="20577"/>
        <pc:sldMkLst>
          <pc:docMk/>
          <pc:sldMk cId="1877969698" sldId="288"/>
        </pc:sldMkLst>
        <pc:spChg chg="mod">
          <ac:chgData name="Shreyoshi kundu" userId="d24f1067c13e7079" providerId="LiveId" clId="{E404A848-7077-4329-9E96-0949ACEA8D50}" dt="2025-07-26T17:56:23.281" v="575" actId="20577"/>
          <ac:spMkLst>
            <pc:docMk/>
            <pc:sldMk cId="1877969698" sldId="288"/>
            <ac:spMk id="119" creationId="{08A1CCC9-C4C9-7ED2-3244-0F8897CD3855}"/>
          </ac:spMkLst>
        </pc:spChg>
      </pc:sldChg>
      <pc:sldChg chg="modSp">
        <pc:chgData name="Shreyoshi kundu" userId="d24f1067c13e7079" providerId="LiveId" clId="{E404A848-7077-4329-9E96-0949ACEA8D50}" dt="2025-07-26T17:57:58.074" v="587"/>
        <pc:sldMkLst>
          <pc:docMk/>
          <pc:sldMk cId="1048901840" sldId="289"/>
        </pc:sldMkLst>
        <pc:spChg chg="mod">
          <ac:chgData name="Shreyoshi kundu" userId="d24f1067c13e7079" providerId="LiveId" clId="{E404A848-7077-4329-9E96-0949ACEA8D50}" dt="2025-07-26T17:57:58.074" v="587"/>
          <ac:spMkLst>
            <pc:docMk/>
            <pc:sldMk cId="1048901840" sldId="289"/>
            <ac:spMk id="119" creationId="{915A4F50-667A-F80E-082B-250B2876D19E}"/>
          </ac:spMkLst>
        </pc:spChg>
      </pc:sldChg>
      <pc:sldChg chg="modSp mod">
        <pc:chgData name="Shreyoshi kundu" userId="d24f1067c13e7079" providerId="LiveId" clId="{E404A848-7077-4329-9E96-0949ACEA8D50}" dt="2025-07-26T17:58:21.531" v="591" actId="20577"/>
        <pc:sldMkLst>
          <pc:docMk/>
          <pc:sldMk cId="1728634717" sldId="290"/>
        </pc:sldMkLst>
        <pc:spChg chg="mod">
          <ac:chgData name="Shreyoshi kundu" userId="d24f1067c13e7079" providerId="LiveId" clId="{E404A848-7077-4329-9E96-0949ACEA8D50}" dt="2025-07-26T17:58:21.531" v="591" actId="20577"/>
          <ac:spMkLst>
            <pc:docMk/>
            <pc:sldMk cId="1728634717" sldId="290"/>
            <ac:spMk id="119" creationId="{3DFF077B-0C29-1AAE-FD81-056D62C085C1}"/>
          </ac:spMkLst>
        </pc:spChg>
      </pc:sldChg>
      <pc:sldChg chg="modSp">
        <pc:chgData name="Shreyoshi kundu" userId="d24f1067c13e7079" providerId="LiveId" clId="{E404A848-7077-4329-9E96-0949ACEA8D50}" dt="2025-07-26T17:58:36.921" v="592"/>
        <pc:sldMkLst>
          <pc:docMk/>
          <pc:sldMk cId="3601864840" sldId="291"/>
        </pc:sldMkLst>
        <pc:spChg chg="mod">
          <ac:chgData name="Shreyoshi kundu" userId="d24f1067c13e7079" providerId="LiveId" clId="{E404A848-7077-4329-9E96-0949ACEA8D50}" dt="2025-07-26T17:58:36.921" v="592"/>
          <ac:spMkLst>
            <pc:docMk/>
            <pc:sldMk cId="3601864840" sldId="291"/>
            <ac:spMk id="119" creationId="{C7BB3CFE-1039-D2A6-8188-A0E95675DD62}"/>
          </ac:spMkLst>
        </pc:spChg>
      </pc:sldChg>
      <pc:sldChg chg="addSp delSp modSp mod">
        <pc:chgData name="Shreyoshi kundu" userId="d24f1067c13e7079" providerId="LiveId" clId="{E404A848-7077-4329-9E96-0949ACEA8D50}" dt="2025-07-26T18:20:16.107" v="720" actId="14100"/>
        <pc:sldMkLst>
          <pc:docMk/>
          <pc:sldMk cId="4103377508" sldId="312"/>
        </pc:sldMkLst>
        <pc:picChg chg="add mod">
          <ac:chgData name="Shreyoshi kundu" userId="d24f1067c13e7079" providerId="LiveId" clId="{E404A848-7077-4329-9E96-0949ACEA8D50}" dt="2025-07-26T18:20:16.107" v="720" actId="14100"/>
          <ac:picMkLst>
            <pc:docMk/>
            <pc:sldMk cId="4103377508" sldId="312"/>
            <ac:picMk id="4" creationId="{C1EA7559-5AC2-14A0-C987-CE5955D29241}"/>
          </ac:picMkLst>
        </pc:picChg>
        <pc:picChg chg="del">
          <ac:chgData name="Shreyoshi kundu" userId="d24f1067c13e7079" providerId="LiveId" clId="{E404A848-7077-4329-9E96-0949ACEA8D50}" dt="2025-07-26T18:19:45.558" v="713" actId="21"/>
          <ac:picMkLst>
            <pc:docMk/>
            <pc:sldMk cId="4103377508" sldId="312"/>
            <ac:picMk id="5" creationId="{B7068E14-667D-3D5E-DAF9-9426294D6D87}"/>
          </ac:picMkLst>
        </pc:picChg>
      </pc:sldChg>
      <pc:sldChg chg="addSp delSp modSp mod">
        <pc:chgData name="Shreyoshi kundu" userId="d24f1067c13e7079" providerId="LiveId" clId="{E404A848-7077-4329-9E96-0949ACEA8D50}" dt="2025-07-26T18:28:46.665" v="745" actId="14100"/>
        <pc:sldMkLst>
          <pc:docMk/>
          <pc:sldMk cId="235938502" sldId="314"/>
        </pc:sldMkLst>
        <pc:picChg chg="add mod">
          <ac:chgData name="Shreyoshi kundu" userId="d24f1067c13e7079" providerId="LiveId" clId="{E404A848-7077-4329-9E96-0949ACEA8D50}" dt="2025-07-26T18:28:46.665" v="745" actId="14100"/>
          <ac:picMkLst>
            <pc:docMk/>
            <pc:sldMk cId="235938502" sldId="314"/>
            <ac:picMk id="4" creationId="{90C6402B-A9B2-76A7-9A90-1781317CDD90}"/>
          </ac:picMkLst>
        </pc:picChg>
        <pc:picChg chg="del">
          <ac:chgData name="Shreyoshi kundu" userId="d24f1067c13e7079" providerId="LiveId" clId="{E404A848-7077-4329-9E96-0949ACEA8D50}" dt="2025-07-26T18:28:27.633" v="739" actId="478"/>
          <ac:picMkLst>
            <pc:docMk/>
            <pc:sldMk cId="235938502" sldId="314"/>
            <ac:picMk id="5" creationId="{DB089CED-5158-2F85-8E73-D2A617D1086F}"/>
          </ac:picMkLst>
        </pc:picChg>
      </pc:sldChg>
      <pc:sldChg chg="addSp delSp modSp new del mod">
        <pc:chgData name="Shreyoshi kundu" userId="d24f1067c13e7079" providerId="LiveId" clId="{E404A848-7077-4329-9E96-0949ACEA8D50}" dt="2025-07-26T16:53:09.031" v="123" actId="2696"/>
        <pc:sldMkLst>
          <pc:docMk/>
          <pc:sldMk cId="1624458069" sldId="319"/>
        </pc:sldMkLst>
        <pc:spChg chg="del">
          <ac:chgData name="Shreyoshi kundu" userId="d24f1067c13e7079" providerId="LiveId" clId="{E404A848-7077-4329-9E96-0949ACEA8D50}" dt="2025-07-26T16:51:47.287" v="105" actId="21"/>
          <ac:spMkLst>
            <pc:docMk/>
            <pc:sldMk cId="1624458069" sldId="319"/>
            <ac:spMk id="2" creationId="{2575A1E7-F471-942A-1E23-B90E80ECB32C}"/>
          </ac:spMkLst>
        </pc:spChg>
        <pc:spChg chg="del">
          <ac:chgData name="Shreyoshi kundu" userId="d24f1067c13e7079" providerId="LiveId" clId="{E404A848-7077-4329-9E96-0949ACEA8D50}" dt="2025-07-26T16:51:55.164" v="106" actId="21"/>
          <ac:spMkLst>
            <pc:docMk/>
            <pc:sldMk cId="1624458069" sldId="319"/>
            <ac:spMk id="3" creationId="{66B1F3C1-95D5-935C-E500-E41BCB4A9B38}"/>
          </ac:spMkLst>
        </pc:spChg>
        <pc:spChg chg="del mod">
          <ac:chgData name="Shreyoshi kundu" userId="d24f1067c13e7079" providerId="LiveId" clId="{E404A848-7077-4329-9E96-0949ACEA8D50}" dt="2025-07-26T16:51:36.427" v="104" actId="21"/>
          <ac:spMkLst>
            <pc:docMk/>
            <pc:sldMk cId="1624458069" sldId="319"/>
            <ac:spMk id="4" creationId="{517E5194-0650-0131-45EB-9CC6373112DB}"/>
          </ac:spMkLst>
        </pc:spChg>
        <pc:spChg chg="add del mod">
          <ac:chgData name="Shreyoshi kundu" userId="d24f1067c13e7079" providerId="LiveId" clId="{E404A848-7077-4329-9E96-0949ACEA8D50}" dt="2025-07-26T16:52:08.819" v="112"/>
          <ac:spMkLst>
            <pc:docMk/>
            <pc:sldMk cId="1624458069" sldId="319"/>
            <ac:spMk id="5" creationId="{CD6CCDAB-582C-2781-A565-9EC4AB917727}"/>
          </ac:spMkLst>
        </pc:spChg>
        <pc:spChg chg="add del mod">
          <ac:chgData name="Shreyoshi kundu" userId="d24f1067c13e7079" providerId="LiveId" clId="{E404A848-7077-4329-9E96-0949ACEA8D50}" dt="2025-07-26T16:52:07.646" v="109"/>
          <ac:spMkLst>
            <pc:docMk/>
            <pc:sldMk cId="1624458069" sldId="319"/>
            <ac:spMk id="6" creationId="{66B1F3C1-95D5-935C-E500-E41BCB4A9B38}"/>
          </ac:spMkLst>
        </pc:spChg>
        <pc:spChg chg="add del mod">
          <ac:chgData name="Shreyoshi kundu" userId="d24f1067c13e7079" providerId="LiveId" clId="{E404A848-7077-4329-9E96-0949ACEA8D50}" dt="2025-07-26T16:52:08.818" v="110" actId="478"/>
          <ac:spMkLst>
            <pc:docMk/>
            <pc:sldMk cId="1624458069" sldId="319"/>
            <ac:spMk id="7" creationId="{05B4DBEB-034A-4D2F-4E30-A1D7327920F0}"/>
          </ac:spMkLst>
        </pc:spChg>
        <pc:spChg chg="add del mod">
          <ac:chgData name="Shreyoshi kundu" userId="d24f1067c13e7079" providerId="LiveId" clId="{E404A848-7077-4329-9E96-0949ACEA8D50}" dt="2025-07-26T16:52:46.439" v="117"/>
          <ac:spMkLst>
            <pc:docMk/>
            <pc:sldMk cId="1624458069" sldId="319"/>
            <ac:spMk id="8" creationId="{061CEE92-0A56-66FA-43D2-7E79C9651573}"/>
          </ac:spMkLst>
        </pc:spChg>
        <pc:spChg chg="add">
          <ac:chgData name="Shreyoshi kundu" userId="d24f1067c13e7079" providerId="LiveId" clId="{E404A848-7077-4329-9E96-0949ACEA8D50}" dt="2025-07-26T16:52:34.625" v="114"/>
          <ac:spMkLst>
            <pc:docMk/>
            <pc:sldMk cId="1624458069" sldId="319"/>
            <ac:spMk id="9" creationId="{092C39E6-B8E4-2C5D-A99F-E8ACA5D4C944}"/>
          </ac:spMkLst>
        </pc:spChg>
        <pc:spChg chg="add">
          <ac:chgData name="Shreyoshi kundu" userId="d24f1067c13e7079" providerId="LiveId" clId="{E404A848-7077-4329-9E96-0949ACEA8D50}" dt="2025-07-26T16:52:34.625" v="114"/>
          <ac:spMkLst>
            <pc:docMk/>
            <pc:sldMk cId="1624458069" sldId="319"/>
            <ac:spMk id="10" creationId="{0FD63F84-4192-2381-5D73-792AE99FB9BC}"/>
          </ac:spMkLst>
        </pc:spChg>
        <pc:spChg chg="add del mod">
          <ac:chgData name="Shreyoshi kundu" userId="d24f1067c13e7079" providerId="LiveId" clId="{E404A848-7077-4329-9E96-0949ACEA8D50}" dt="2025-07-26T16:52:46.439" v="119"/>
          <ac:spMkLst>
            <pc:docMk/>
            <pc:sldMk cId="1624458069" sldId="319"/>
            <ac:spMk id="11" creationId="{6CBA1FA0-BC49-7070-28DA-2241A24CA0EA}"/>
          </ac:spMkLst>
        </pc:spChg>
        <pc:spChg chg="add del mod">
          <ac:chgData name="Shreyoshi kundu" userId="d24f1067c13e7079" providerId="LiveId" clId="{E404A848-7077-4329-9E96-0949ACEA8D50}" dt="2025-07-26T16:53:06.830" v="122"/>
          <ac:spMkLst>
            <pc:docMk/>
            <pc:sldMk cId="1624458069" sldId="319"/>
            <ac:spMk id="12" creationId="{0253AA08-0444-03AE-FD43-85B9E4B61C66}"/>
          </ac:spMkLst>
        </pc:spChg>
      </pc:sldChg>
      <pc:sldChg chg="addSp delSp modSp new mod">
        <pc:chgData name="Shreyoshi kundu" userId="d24f1067c13e7079" providerId="LiveId" clId="{E404A848-7077-4329-9E96-0949ACEA8D50}" dt="2025-07-26T16:58:48.187" v="188" actId="5793"/>
        <pc:sldMkLst>
          <pc:docMk/>
          <pc:sldMk cId="1915790938" sldId="319"/>
        </pc:sldMkLst>
        <pc:spChg chg="del">
          <ac:chgData name="Shreyoshi kundu" userId="d24f1067c13e7079" providerId="LiveId" clId="{E404A848-7077-4329-9E96-0949ACEA8D50}" dt="2025-07-26T16:54:53.639" v="127" actId="21"/>
          <ac:spMkLst>
            <pc:docMk/>
            <pc:sldMk cId="1915790938" sldId="319"/>
            <ac:spMk id="2" creationId="{200EC405-6445-DF7B-46F1-A9248C2E0E8B}"/>
          </ac:spMkLst>
        </pc:spChg>
        <pc:spChg chg="del">
          <ac:chgData name="Shreyoshi kundu" userId="d24f1067c13e7079" providerId="LiveId" clId="{E404A848-7077-4329-9E96-0949ACEA8D50}" dt="2025-07-26T16:54:59.928" v="128" actId="21"/>
          <ac:spMkLst>
            <pc:docMk/>
            <pc:sldMk cId="1915790938" sldId="319"/>
            <ac:spMk id="3" creationId="{C23A6D13-4014-DC28-917A-DB5738139B02}"/>
          </ac:spMkLst>
        </pc:spChg>
        <pc:spChg chg="add del mod">
          <ac:chgData name="Shreyoshi kundu" userId="d24f1067c13e7079" providerId="LiveId" clId="{E404A848-7077-4329-9E96-0949ACEA8D50}" dt="2025-07-26T16:58:48.187" v="188" actId="5793"/>
          <ac:spMkLst>
            <pc:docMk/>
            <pc:sldMk cId="1915790938" sldId="319"/>
            <ac:spMk id="4" creationId="{30E52761-2C13-240B-EEAA-D0607ECAEECB}"/>
          </ac:spMkLst>
        </pc:spChg>
        <pc:spChg chg="add">
          <ac:chgData name="Shreyoshi kundu" userId="d24f1067c13e7079" providerId="LiveId" clId="{E404A848-7077-4329-9E96-0949ACEA8D50}" dt="2025-07-26T16:54:03.594" v="125"/>
          <ac:spMkLst>
            <pc:docMk/>
            <pc:sldMk cId="1915790938" sldId="319"/>
            <ac:spMk id="5" creationId="{CA5D949C-0CFF-2E0E-69AF-110AC64463AF}"/>
          </ac:spMkLst>
        </pc:spChg>
        <pc:spChg chg="add">
          <ac:chgData name="Shreyoshi kundu" userId="d24f1067c13e7079" providerId="LiveId" clId="{E404A848-7077-4329-9E96-0949ACEA8D50}" dt="2025-07-26T16:54:03.594" v="125"/>
          <ac:spMkLst>
            <pc:docMk/>
            <pc:sldMk cId="1915790938" sldId="319"/>
            <ac:spMk id="6" creationId="{3FFE1DB9-DCE0-E26F-0191-334B5E77172A}"/>
          </ac:spMkLst>
        </pc:spChg>
        <pc:spChg chg="add">
          <ac:chgData name="Shreyoshi kundu" userId="d24f1067c13e7079" providerId="LiveId" clId="{E404A848-7077-4329-9E96-0949ACEA8D50}" dt="2025-07-26T16:54:03.594" v="125"/>
          <ac:spMkLst>
            <pc:docMk/>
            <pc:sldMk cId="1915790938" sldId="319"/>
            <ac:spMk id="7" creationId="{08DE5249-3E59-08AB-85F1-E3D222AE035E}"/>
          </ac:spMkLst>
        </pc:spChg>
        <pc:spChg chg="add">
          <ac:chgData name="Shreyoshi kundu" userId="d24f1067c13e7079" providerId="LiveId" clId="{E404A848-7077-4329-9E96-0949ACEA8D50}" dt="2025-07-26T16:54:03.594" v="125"/>
          <ac:spMkLst>
            <pc:docMk/>
            <pc:sldMk cId="1915790938" sldId="319"/>
            <ac:spMk id="8" creationId="{65D9BE88-052C-4545-7FDF-2C30882EB24F}"/>
          </ac:spMkLst>
        </pc:spChg>
        <pc:spChg chg="add">
          <ac:chgData name="Shreyoshi kundu" userId="d24f1067c13e7079" providerId="LiveId" clId="{E404A848-7077-4329-9E96-0949ACEA8D50}" dt="2025-07-26T16:54:03.594" v="125"/>
          <ac:spMkLst>
            <pc:docMk/>
            <pc:sldMk cId="1915790938" sldId="319"/>
            <ac:spMk id="9" creationId="{E527555D-0C68-9C7E-E932-12C08E42C7C7}"/>
          </ac:spMkLst>
        </pc:spChg>
        <pc:spChg chg="add">
          <ac:chgData name="Shreyoshi kundu" userId="d24f1067c13e7079" providerId="LiveId" clId="{E404A848-7077-4329-9E96-0949ACEA8D50}" dt="2025-07-26T16:54:03.594" v="125"/>
          <ac:spMkLst>
            <pc:docMk/>
            <pc:sldMk cId="1915790938" sldId="319"/>
            <ac:spMk id="10" creationId="{6D5EB98B-8148-594E-2C5F-CFEE08D84289}"/>
          </ac:spMkLst>
        </pc:spChg>
        <pc:spChg chg="add">
          <ac:chgData name="Shreyoshi kundu" userId="d24f1067c13e7079" providerId="LiveId" clId="{E404A848-7077-4329-9E96-0949ACEA8D50}" dt="2025-07-26T16:54:03.594" v="125"/>
          <ac:spMkLst>
            <pc:docMk/>
            <pc:sldMk cId="1915790938" sldId="319"/>
            <ac:spMk id="11" creationId="{EEF3F16E-B014-310D-75A3-BF2AAD04B813}"/>
          </ac:spMkLst>
        </pc:spChg>
        <pc:spChg chg="add">
          <ac:chgData name="Shreyoshi kundu" userId="d24f1067c13e7079" providerId="LiveId" clId="{E404A848-7077-4329-9E96-0949ACEA8D50}" dt="2025-07-26T16:54:03.594" v="125"/>
          <ac:spMkLst>
            <pc:docMk/>
            <pc:sldMk cId="1915790938" sldId="319"/>
            <ac:spMk id="12" creationId="{CCB783E2-7863-8DB8-8451-2D2935CA2D3C}"/>
          </ac:spMkLst>
        </pc:spChg>
        <pc:spChg chg="add">
          <ac:chgData name="Shreyoshi kundu" userId="d24f1067c13e7079" providerId="LiveId" clId="{E404A848-7077-4329-9E96-0949ACEA8D50}" dt="2025-07-26T16:54:03.594" v="125"/>
          <ac:spMkLst>
            <pc:docMk/>
            <pc:sldMk cId="1915790938" sldId="319"/>
            <ac:spMk id="13" creationId="{40FCF684-3446-F1DF-5FEB-2BA0ACEC93FC}"/>
          </ac:spMkLst>
        </pc:spChg>
        <pc:spChg chg="add">
          <ac:chgData name="Shreyoshi kundu" userId="d24f1067c13e7079" providerId="LiveId" clId="{E404A848-7077-4329-9E96-0949ACEA8D50}" dt="2025-07-26T16:54:41.784" v="126"/>
          <ac:spMkLst>
            <pc:docMk/>
            <pc:sldMk cId="1915790938" sldId="319"/>
            <ac:spMk id="14" creationId="{FAA920E4-6B2E-6D9B-2BC3-737DB789DBB8}"/>
          </ac:spMkLst>
        </pc:spChg>
        <pc:spChg chg="add">
          <ac:chgData name="Shreyoshi kundu" userId="d24f1067c13e7079" providerId="LiveId" clId="{E404A848-7077-4329-9E96-0949ACEA8D50}" dt="2025-07-26T16:54:41.784" v="126"/>
          <ac:spMkLst>
            <pc:docMk/>
            <pc:sldMk cId="1915790938" sldId="319"/>
            <ac:spMk id="15" creationId="{B173CBDC-B5C8-5283-9DA2-C2118F8A1EA3}"/>
          </ac:spMkLst>
        </pc:spChg>
        <pc:spChg chg="add">
          <ac:chgData name="Shreyoshi kundu" userId="d24f1067c13e7079" providerId="LiveId" clId="{E404A848-7077-4329-9E96-0949ACEA8D50}" dt="2025-07-26T16:54:41.784" v="126"/>
          <ac:spMkLst>
            <pc:docMk/>
            <pc:sldMk cId="1915790938" sldId="319"/>
            <ac:spMk id="16" creationId="{C0C88486-0225-92E0-CDD3-CD6499A8FC06}"/>
          </ac:spMkLst>
        </pc:spChg>
        <pc:spChg chg="add mod">
          <ac:chgData name="Shreyoshi kundu" userId="d24f1067c13e7079" providerId="LiveId" clId="{E404A848-7077-4329-9E96-0949ACEA8D50}" dt="2025-07-26T16:55:31.181" v="132"/>
          <ac:spMkLst>
            <pc:docMk/>
            <pc:sldMk cId="1915790938" sldId="319"/>
            <ac:spMk id="17" creationId="{1F42B81B-2523-EBF5-8DB9-E06651425D42}"/>
          </ac:spMkLst>
        </pc:spChg>
        <pc:spChg chg="add mod">
          <ac:chgData name="Shreyoshi kundu" userId="d24f1067c13e7079" providerId="LiveId" clId="{E404A848-7077-4329-9E96-0949ACEA8D50}" dt="2025-07-26T16:56:20.992" v="134"/>
          <ac:spMkLst>
            <pc:docMk/>
            <pc:sldMk cId="1915790938" sldId="319"/>
            <ac:spMk id="18" creationId="{D6DC75C9-3E46-CA4D-D547-205688DCA174}"/>
          </ac:spMkLst>
        </pc:spChg>
        <pc:spChg chg="add mod">
          <ac:chgData name="Shreyoshi kundu" userId="d24f1067c13e7079" providerId="LiveId" clId="{E404A848-7077-4329-9E96-0949ACEA8D50}" dt="2025-07-26T16:58:10.166" v="177" actId="20577"/>
          <ac:spMkLst>
            <pc:docMk/>
            <pc:sldMk cId="1915790938" sldId="319"/>
            <ac:spMk id="19" creationId="{BA148506-FFDD-D0E0-8301-1E8FA70D86E1}"/>
          </ac:spMkLst>
        </pc:spChg>
      </pc:sldChg>
      <pc:sldChg chg="addSp modSp new mod">
        <pc:chgData name="Shreyoshi kundu" userId="d24f1067c13e7079" providerId="LiveId" clId="{E404A848-7077-4329-9E96-0949ACEA8D50}" dt="2025-07-26T17:04:25.785" v="223" actId="1076"/>
        <pc:sldMkLst>
          <pc:docMk/>
          <pc:sldMk cId="2701023993" sldId="320"/>
        </pc:sldMkLst>
        <pc:spChg chg="mod">
          <ac:chgData name="Shreyoshi kundu" userId="d24f1067c13e7079" providerId="LiveId" clId="{E404A848-7077-4329-9E96-0949ACEA8D50}" dt="2025-07-26T17:03:50.035" v="205" actId="14100"/>
          <ac:spMkLst>
            <pc:docMk/>
            <pc:sldMk cId="2701023993" sldId="320"/>
            <ac:spMk id="2" creationId="{BF3F24FF-0CB2-6186-9CE7-CAC2FFEAC649}"/>
          </ac:spMkLst>
        </pc:spChg>
        <pc:spChg chg="add mod">
          <ac:chgData name="Shreyoshi kundu" userId="d24f1067c13e7079" providerId="LiveId" clId="{E404A848-7077-4329-9E96-0949ACEA8D50}" dt="2025-07-26T17:04:25.785" v="223" actId="1076"/>
          <ac:spMkLst>
            <pc:docMk/>
            <pc:sldMk cId="2701023993" sldId="320"/>
            <ac:spMk id="3" creationId="{D7C1096F-6E12-9E3A-2C98-5591702D5556}"/>
          </ac:spMkLst>
        </pc:spChg>
      </pc:sldChg>
      <pc:sldChg chg="addSp modSp add mod">
        <pc:chgData name="Shreyoshi kundu" userId="d24f1067c13e7079" providerId="LiveId" clId="{E404A848-7077-4329-9E96-0949ACEA8D50}" dt="2025-07-26T17:34:50.204" v="473" actId="1076"/>
        <pc:sldMkLst>
          <pc:docMk/>
          <pc:sldMk cId="2198568049" sldId="321"/>
        </pc:sldMkLst>
        <pc:spChg chg="add mod">
          <ac:chgData name="Shreyoshi kundu" userId="d24f1067c13e7079" providerId="LiveId" clId="{E404A848-7077-4329-9E96-0949ACEA8D50}" dt="2025-07-26T17:34:50.204" v="473" actId="1076"/>
          <ac:spMkLst>
            <pc:docMk/>
            <pc:sldMk cId="2198568049" sldId="321"/>
            <ac:spMk id="4" creationId="{9B0E27A6-5DB3-BA12-AAF4-07E7155D41D0}"/>
          </ac:spMkLst>
        </pc:spChg>
      </pc:sldChg>
      <pc:sldChg chg="modSp add del mod">
        <pc:chgData name="Shreyoshi kundu" userId="d24f1067c13e7079" providerId="LiveId" clId="{E404A848-7077-4329-9E96-0949ACEA8D50}" dt="2025-07-26T17:06:58.764" v="255" actId="47"/>
        <pc:sldMkLst>
          <pc:docMk/>
          <pc:sldMk cId="3633584048" sldId="321"/>
        </pc:sldMkLst>
        <pc:spChg chg="mod">
          <ac:chgData name="Shreyoshi kundu" userId="d24f1067c13e7079" providerId="LiveId" clId="{E404A848-7077-4329-9E96-0949ACEA8D50}" dt="2025-07-26T17:05:35.791" v="226" actId="20577"/>
          <ac:spMkLst>
            <pc:docMk/>
            <pc:sldMk cId="3633584048" sldId="321"/>
            <ac:spMk id="2" creationId="{BEFFE815-1F99-CBEF-49B6-A2DFA5AD5FC7}"/>
          </ac:spMkLst>
        </pc:spChg>
      </pc:sldChg>
      <pc:sldChg chg="addSp modSp add mod ord">
        <pc:chgData name="Shreyoshi kundu" userId="d24f1067c13e7079" providerId="LiveId" clId="{E404A848-7077-4329-9E96-0949ACEA8D50}" dt="2025-07-26T17:15:04.241" v="336" actId="1076"/>
        <pc:sldMkLst>
          <pc:docMk/>
          <pc:sldMk cId="2944895212" sldId="322"/>
        </pc:sldMkLst>
        <pc:spChg chg="mod">
          <ac:chgData name="Shreyoshi kundu" userId="d24f1067c13e7079" providerId="LiveId" clId="{E404A848-7077-4329-9E96-0949ACEA8D50}" dt="2025-07-26T17:12:24.617" v="329" actId="14100"/>
          <ac:spMkLst>
            <pc:docMk/>
            <pc:sldMk cId="2944895212" sldId="322"/>
            <ac:spMk id="2" creationId="{37A58163-637C-89AF-5CAE-239E39B6C93C}"/>
          </ac:spMkLst>
        </pc:spChg>
        <pc:spChg chg="add mod">
          <ac:chgData name="Shreyoshi kundu" userId="d24f1067c13e7079" providerId="LiveId" clId="{E404A848-7077-4329-9E96-0949ACEA8D50}" dt="2025-07-26T17:15:04.241" v="336" actId="1076"/>
          <ac:spMkLst>
            <pc:docMk/>
            <pc:sldMk cId="2944895212" sldId="322"/>
            <ac:spMk id="4" creationId="{0414CF70-0642-D4BD-53E2-433AA0F132AF}"/>
          </ac:spMkLst>
        </pc:spChg>
      </pc:sldChg>
      <pc:sldChg chg="add del">
        <pc:chgData name="Shreyoshi kundu" userId="d24f1067c13e7079" providerId="LiveId" clId="{E404A848-7077-4329-9E96-0949ACEA8D50}" dt="2025-07-26T17:06:59.717" v="256" actId="47"/>
        <pc:sldMkLst>
          <pc:docMk/>
          <pc:sldMk cId="2741174993" sldId="323"/>
        </pc:sldMkLst>
      </pc:sldChg>
      <pc:sldChg chg="add del">
        <pc:chgData name="Shreyoshi kundu" userId="d24f1067c13e7079" providerId="LiveId" clId="{E404A848-7077-4329-9E96-0949ACEA8D50}" dt="2025-07-26T17:07:00.463" v="257" actId="47"/>
        <pc:sldMkLst>
          <pc:docMk/>
          <pc:sldMk cId="2465448113" sldId="324"/>
        </pc:sldMkLst>
      </pc:sldChg>
      <pc:sldChg chg="add del">
        <pc:chgData name="Shreyoshi kundu" userId="d24f1067c13e7079" providerId="LiveId" clId="{E404A848-7077-4329-9E96-0949ACEA8D50}" dt="2025-07-26T17:07:01.103" v="258" actId="47"/>
        <pc:sldMkLst>
          <pc:docMk/>
          <pc:sldMk cId="1538977751" sldId="325"/>
        </pc:sldMkLst>
      </pc:sldChg>
      <pc:sldChg chg="add del">
        <pc:chgData name="Shreyoshi kundu" userId="d24f1067c13e7079" providerId="LiveId" clId="{E404A848-7077-4329-9E96-0949ACEA8D50}" dt="2025-07-26T17:07:01.777" v="259" actId="47"/>
        <pc:sldMkLst>
          <pc:docMk/>
          <pc:sldMk cId="1119883863" sldId="326"/>
        </pc:sldMkLst>
      </pc:sldChg>
      <pc:sldChg chg="add del">
        <pc:chgData name="Shreyoshi kundu" userId="d24f1067c13e7079" providerId="LiveId" clId="{E404A848-7077-4329-9E96-0949ACEA8D50}" dt="2025-07-26T17:07:02.246" v="260" actId="47"/>
        <pc:sldMkLst>
          <pc:docMk/>
          <pc:sldMk cId="3339122984" sldId="327"/>
        </pc:sldMkLst>
      </pc:sldChg>
      <pc:sldChg chg="add del">
        <pc:chgData name="Shreyoshi kundu" userId="d24f1067c13e7079" providerId="LiveId" clId="{E404A848-7077-4329-9E96-0949ACEA8D50}" dt="2025-07-26T17:07:02.480" v="261" actId="47"/>
        <pc:sldMkLst>
          <pc:docMk/>
          <pc:sldMk cId="854373155" sldId="328"/>
        </pc:sldMkLst>
      </pc:sldChg>
      <pc:sldChg chg="add del">
        <pc:chgData name="Shreyoshi kundu" userId="d24f1067c13e7079" providerId="LiveId" clId="{E404A848-7077-4329-9E96-0949ACEA8D50}" dt="2025-07-26T17:07:02.975" v="262" actId="47"/>
        <pc:sldMkLst>
          <pc:docMk/>
          <pc:sldMk cId="1902198976" sldId="329"/>
        </pc:sldMkLst>
      </pc:sldChg>
      <pc:sldChg chg="add del">
        <pc:chgData name="Shreyoshi kundu" userId="d24f1067c13e7079" providerId="LiveId" clId="{E404A848-7077-4329-9E96-0949ACEA8D50}" dt="2025-07-26T17:07:03.849" v="263" actId="47"/>
        <pc:sldMkLst>
          <pc:docMk/>
          <pc:sldMk cId="937154529" sldId="330"/>
        </pc:sldMkLst>
      </pc:sldChg>
      <pc:sldChg chg="add del">
        <pc:chgData name="Shreyoshi kundu" userId="d24f1067c13e7079" providerId="LiveId" clId="{E404A848-7077-4329-9E96-0949ACEA8D50}" dt="2025-07-26T17:07:07.242" v="264" actId="47"/>
        <pc:sldMkLst>
          <pc:docMk/>
          <pc:sldMk cId="486083536" sldId="331"/>
        </pc:sldMkLst>
      </pc:sldChg>
      <pc:sldChg chg="add del">
        <pc:chgData name="Shreyoshi kundu" userId="d24f1067c13e7079" providerId="LiveId" clId="{E404A848-7077-4329-9E96-0949ACEA8D50}" dt="2025-07-26T17:07:08.036" v="265" actId="47"/>
        <pc:sldMkLst>
          <pc:docMk/>
          <pc:sldMk cId="3005000953" sldId="332"/>
        </pc:sldMkLst>
      </pc:sldChg>
      <pc:sldChg chg="add del">
        <pc:chgData name="Shreyoshi kundu" userId="d24f1067c13e7079" providerId="LiveId" clId="{E404A848-7077-4329-9E96-0949ACEA8D50}" dt="2025-07-26T17:07:08.803" v="266" actId="47"/>
        <pc:sldMkLst>
          <pc:docMk/>
          <pc:sldMk cId="1406209623" sldId="333"/>
        </pc:sldMkLst>
      </pc:sldChg>
      <pc:sldChg chg="add del">
        <pc:chgData name="Shreyoshi kundu" userId="d24f1067c13e7079" providerId="LiveId" clId="{E404A848-7077-4329-9E96-0949ACEA8D50}" dt="2025-07-26T17:07:11.499" v="267" actId="47"/>
        <pc:sldMkLst>
          <pc:docMk/>
          <pc:sldMk cId="2961418212" sldId="334"/>
        </pc:sldMkLst>
      </pc:sldChg>
      <pc:sldChg chg="add del">
        <pc:chgData name="Shreyoshi kundu" userId="d24f1067c13e7079" providerId="LiveId" clId="{E404A848-7077-4329-9E96-0949ACEA8D50}" dt="2025-07-26T17:07:12.306" v="268" actId="47"/>
        <pc:sldMkLst>
          <pc:docMk/>
          <pc:sldMk cId="2971935004" sldId="335"/>
        </pc:sldMkLst>
      </pc:sldChg>
      <pc:sldChg chg="addSp delSp modSp add mod ord">
        <pc:chgData name="Shreyoshi kundu" userId="d24f1067c13e7079" providerId="LiveId" clId="{E404A848-7077-4329-9E96-0949ACEA8D50}" dt="2025-07-26T17:31:32.880" v="461" actId="14100"/>
        <pc:sldMkLst>
          <pc:docMk/>
          <pc:sldMk cId="770424229" sldId="336"/>
        </pc:sldMkLst>
        <pc:spChg chg="mod">
          <ac:chgData name="Shreyoshi kundu" userId="d24f1067c13e7079" providerId="LiveId" clId="{E404A848-7077-4329-9E96-0949ACEA8D50}" dt="2025-07-26T17:31:32.880" v="461" actId="14100"/>
          <ac:spMkLst>
            <pc:docMk/>
            <pc:sldMk cId="770424229" sldId="336"/>
            <ac:spMk id="2" creationId="{D5ABCE3A-616D-15B7-A4A3-74057EAC296A}"/>
          </ac:spMkLst>
        </pc:spChg>
        <pc:spChg chg="add del mod">
          <ac:chgData name="Shreyoshi kundu" userId="d24f1067c13e7079" providerId="LiveId" clId="{E404A848-7077-4329-9E96-0949ACEA8D50}" dt="2025-07-26T17:30:31.052" v="448" actId="478"/>
          <ac:spMkLst>
            <pc:docMk/>
            <pc:sldMk cId="770424229" sldId="336"/>
            <ac:spMk id="4" creationId="{57A75906-F59F-DE22-D8BC-5A5A1A514431}"/>
          </ac:spMkLst>
        </pc:spChg>
      </pc:sldChg>
      <pc:sldChg chg="addSp modSp add mod ord">
        <pc:chgData name="Shreyoshi kundu" userId="d24f1067c13e7079" providerId="LiveId" clId="{E404A848-7077-4329-9E96-0949ACEA8D50}" dt="2025-07-26T17:28:31.972" v="434" actId="122"/>
        <pc:sldMkLst>
          <pc:docMk/>
          <pc:sldMk cId="2923099926" sldId="337"/>
        </pc:sldMkLst>
        <pc:spChg chg="add mod">
          <ac:chgData name="Shreyoshi kundu" userId="d24f1067c13e7079" providerId="LiveId" clId="{E404A848-7077-4329-9E96-0949ACEA8D50}" dt="2025-07-26T17:28:31.972" v="434" actId="122"/>
          <ac:spMkLst>
            <pc:docMk/>
            <pc:sldMk cId="2923099926" sldId="337"/>
            <ac:spMk id="4" creationId="{8833EFA4-F213-4549-D60A-F708D1CE848A}"/>
          </ac:spMkLst>
        </pc:spChg>
      </pc:sldChg>
      <pc:sldChg chg="addSp modSp add mod ord">
        <pc:chgData name="Shreyoshi kundu" userId="d24f1067c13e7079" providerId="LiveId" clId="{E404A848-7077-4329-9E96-0949ACEA8D50}" dt="2025-07-26T17:24:34.291" v="424" actId="14100"/>
        <pc:sldMkLst>
          <pc:docMk/>
          <pc:sldMk cId="847272561" sldId="338"/>
        </pc:sldMkLst>
        <pc:spChg chg="mod">
          <ac:chgData name="Shreyoshi kundu" userId="d24f1067c13e7079" providerId="LiveId" clId="{E404A848-7077-4329-9E96-0949ACEA8D50}" dt="2025-07-26T17:24:34.291" v="424" actId="14100"/>
          <ac:spMkLst>
            <pc:docMk/>
            <pc:sldMk cId="847272561" sldId="338"/>
            <ac:spMk id="2" creationId="{9E8056E8-A929-4503-8669-3B1769DE1F19}"/>
          </ac:spMkLst>
        </pc:spChg>
        <pc:spChg chg="add mod">
          <ac:chgData name="Shreyoshi kundu" userId="d24f1067c13e7079" providerId="LiveId" clId="{E404A848-7077-4329-9E96-0949ACEA8D50}" dt="2025-07-26T17:24:30.202" v="423" actId="122"/>
          <ac:spMkLst>
            <pc:docMk/>
            <pc:sldMk cId="847272561" sldId="338"/>
            <ac:spMk id="4" creationId="{02681B60-0C2A-E748-27A7-597D643D768C}"/>
          </ac:spMkLst>
        </pc:spChg>
      </pc:sldChg>
      <pc:sldChg chg="addSp delSp modSp add mod ord">
        <pc:chgData name="Shreyoshi kundu" userId="d24f1067c13e7079" providerId="LiveId" clId="{E404A848-7077-4329-9E96-0949ACEA8D50}" dt="2025-07-26T17:22:23.738" v="413" actId="20577"/>
        <pc:sldMkLst>
          <pc:docMk/>
          <pc:sldMk cId="2074129967" sldId="339"/>
        </pc:sldMkLst>
        <pc:spChg chg="del">
          <ac:chgData name="Shreyoshi kundu" userId="d24f1067c13e7079" providerId="LiveId" clId="{E404A848-7077-4329-9E96-0949ACEA8D50}" dt="2025-07-26T17:18:33.455" v="351" actId="21"/>
          <ac:spMkLst>
            <pc:docMk/>
            <pc:sldMk cId="2074129967" sldId="339"/>
            <ac:spMk id="2" creationId="{FEA7D6AF-7F41-491A-2B51-9FF4049B979B}"/>
          </ac:spMkLst>
        </pc:spChg>
        <pc:spChg chg="add del mod">
          <ac:chgData name="Shreyoshi kundu" userId="d24f1067c13e7079" providerId="LiveId" clId="{E404A848-7077-4329-9E96-0949ACEA8D50}" dt="2025-07-26T17:17:45.591" v="342" actId="21"/>
          <ac:spMkLst>
            <pc:docMk/>
            <pc:sldMk cId="2074129967" sldId="339"/>
            <ac:spMk id="4" creationId="{FDD1E27B-B007-E6BA-B9B2-756F59E6E413}"/>
          </ac:spMkLst>
        </pc:spChg>
        <pc:spChg chg="add mod">
          <ac:chgData name="Shreyoshi kundu" userId="d24f1067c13e7079" providerId="LiveId" clId="{E404A848-7077-4329-9E96-0949ACEA8D50}" dt="2025-07-26T17:22:23.738" v="413" actId="20577"/>
          <ac:spMkLst>
            <pc:docMk/>
            <pc:sldMk cId="2074129967" sldId="339"/>
            <ac:spMk id="5" creationId="{75E45272-20BD-FB77-8494-8B7F06A5E791}"/>
          </ac:spMkLst>
        </pc:spChg>
        <pc:spChg chg="add del mod">
          <ac:chgData name="Shreyoshi kundu" userId="d24f1067c13e7079" providerId="LiveId" clId="{E404A848-7077-4329-9E96-0949ACEA8D50}" dt="2025-07-26T17:18:37.817" v="352" actId="21"/>
          <ac:spMkLst>
            <pc:docMk/>
            <pc:sldMk cId="2074129967" sldId="339"/>
            <ac:spMk id="7" creationId="{0B726291-9C26-0592-982E-03A717E1C458}"/>
          </ac:spMkLst>
        </pc:spChg>
      </pc:sldChg>
      <pc:sldChg chg="addSp modSp add mod">
        <pc:chgData name="Shreyoshi kundu" userId="d24f1067c13e7079" providerId="LiveId" clId="{E404A848-7077-4329-9E96-0949ACEA8D50}" dt="2025-07-26T17:38:34.692" v="483" actId="1076"/>
        <pc:sldMkLst>
          <pc:docMk/>
          <pc:sldMk cId="1056956148" sldId="340"/>
        </pc:sldMkLst>
        <pc:spChg chg="add mod">
          <ac:chgData name="Shreyoshi kundu" userId="d24f1067c13e7079" providerId="LiveId" clId="{E404A848-7077-4329-9E96-0949ACEA8D50}" dt="2025-07-26T17:38:34.692" v="483" actId="1076"/>
          <ac:spMkLst>
            <pc:docMk/>
            <pc:sldMk cId="1056956148" sldId="340"/>
            <ac:spMk id="4" creationId="{87BC6301-969D-DA72-B1AD-84A7F1B96C88}"/>
          </ac:spMkLst>
        </pc:spChg>
      </pc:sldChg>
      <pc:sldChg chg="addSp modSp add mod">
        <pc:chgData name="Shreyoshi kundu" userId="d24f1067c13e7079" providerId="LiveId" clId="{E404A848-7077-4329-9E96-0949ACEA8D50}" dt="2025-07-26T17:49:47.033" v="495"/>
        <pc:sldMkLst>
          <pc:docMk/>
          <pc:sldMk cId="3200016980" sldId="341"/>
        </pc:sldMkLst>
        <pc:spChg chg="add mod">
          <ac:chgData name="Shreyoshi kundu" userId="d24f1067c13e7079" providerId="LiveId" clId="{E404A848-7077-4329-9E96-0949ACEA8D50}" dt="2025-07-26T17:49:47.033" v="495"/>
          <ac:spMkLst>
            <pc:docMk/>
            <pc:sldMk cId="3200016980" sldId="341"/>
            <ac:spMk id="4" creationId="{565394F7-FB0D-DBA4-9DC8-9907A54F231E}"/>
          </ac:spMkLst>
        </pc:spChg>
      </pc:sldChg>
      <pc:sldChg chg="addSp modSp add mod">
        <pc:chgData name="Shreyoshi kundu" userId="d24f1067c13e7079" providerId="LiveId" clId="{E404A848-7077-4329-9E96-0949ACEA8D50}" dt="2025-07-26T17:50:48.806" v="498" actId="1076"/>
        <pc:sldMkLst>
          <pc:docMk/>
          <pc:sldMk cId="3157917961" sldId="342"/>
        </pc:sldMkLst>
        <pc:spChg chg="add mod">
          <ac:chgData name="Shreyoshi kundu" userId="d24f1067c13e7079" providerId="LiveId" clId="{E404A848-7077-4329-9E96-0949ACEA8D50}" dt="2025-07-26T17:50:48.806" v="498" actId="1076"/>
          <ac:spMkLst>
            <pc:docMk/>
            <pc:sldMk cId="3157917961" sldId="342"/>
            <ac:spMk id="4" creationId="{781C1ABE-75A6-61C6-1BD4-E1FFFB3BED9F}"/>
          </ac:spMkLst>
        </pc:spChg>
      </pc:sldChg>
      <pc:sldChg chg="addSp modSp add mod">
        <pc:chgData name="Shreyoshi kundu" userId="d24f1067c13e7079" providerId="LiveId" clId="{E404A848-7077-4329-9E96-0949ACEA8D50}" dt="2025-07-26T18:03:36.227" v="674"/>
        <pc:sldMkLst>
          <pc:docMk/>
          <pc:sldMk cId="2727558367" sldId="343"/>
        </pc:sldMkLst>
        <pc:spChg chg="add mod">
          <ac:chgData name="Shreyoshi kundu" userId="d24f1067c13e7079" providerId="LiveId" clId="{E404A848-7077-4329-9E96-0949ACEA8D50}" dt="2025-07-26T18:03:36.227" v="674"/>
          <ac:spMkLst>
            <pc:docMk/>
            <pc:sldMk cId="2727558367" sldId="343"/>
            <ac:spMk id="4" creationId="{53D7B107-32CB-EFBB-3A4A-8D0A5210B21A}"/>
          </ac:spMkLst>
        </pc:spChg>
      </pc:sldChg>
      <pc:sldChg chg="addSp modSp add mod">
        <pc:chgData name="Shreyoshi kundu" userId="d24f1067c13e7079" providerId="LiveId" clId="{E404A848-7077-4329-9E96-0949ACEA8D50}" dt="2025-07-26T18:05:25.659" v="683"/>
        <pc:sldMkLst>
          <pc:docMk/>
          <pc:sldMk cId="293406493" sldId="344"/>
        </pc:sldMkLst>
        <pc:spChg chg="add mod">
          <ac:chgData name="Shreyoshi kundu" userId="d24f1067c13e7079" providerId="LiveId" clId="{E404A848-7077-4329-9E96-0949ACEA8D50}" dt="2025-07-26T18:05:25.659" v="683"/>
          <ac:spMkLst>
            <pc:docMk/>
            <pc:sldMk cId="293406493" sldId="344"/>
            <ac:spMk id="4" creationId="{8DC21AEB-C2A5-3D31-767B-14AEE3F317BE}"/>
          </ac:spMkLst>
        </pc:spChg>
      </pc:sldChg>
      <pc:sldChg chg="addSp modSp add mod">
        <pc:chgData name="Shreyoshi kundu" userId="d24f1067c13e7079" providerId="LiveId" clId="{E404A848-7077-4329-9E96-0949ACEA8D50}" dt="2025-07-26T18:07:56.120" v="695" actId="1076"/>
        <pc:sldMkLst>
          <pc:docMk/>
          <pc:sldMk cId="1523539020" sldId="345"/>
        </pc:sldMkLst>
        <pc:spChg chg="add mod">
          <ac:chgData name="Shreyoshi kundu" userId="d24f1067c13e7079" providerId="LiveId" clId="{E404A848-7077-4329-9E96-0949ACEA8D50}" dt="2025-07-26T18:07:56.120" v="695" actId="1076"/>
          <ac:spMkLst>
            <pc:docMk/>
            <pc:sldMk cId="1523539020" sldId="345"/>
            <ac:spMk id="4" creationId="{C57AB42F-352A-8E2B-2CAA-9F14D8226B76}"/>
          </ac:spMkLst>
        </pc:spChg>
      </pc:sldChg>
      <pc:sldChg chg="addSp modSp add mod">
        <pc:chgData name="Shreyoshi kundu" userId="d24f1067c13e7079" providerId="LiveId" clId="{E404A848-7077-4329-9E96-0949ACEA8D50}" dt="2025-07-26T18:08:43.459" v="701" actId="1076"/>
        <pc:sldMkLst>
          <pc:docMk/>
          <pc:sldMk cId="507615672" sldId="346"/>
        </pc:sldMkLst>
        <pc:spChg chg="add mod">
          <ac:chgData name="Shreyoshi kundu" userId="d24f1067c13e7079" providerId="LiveId" clId="{E404A848-7077-4329-9E96-0949ACEA8D50}" dt="2025-07-26T18:08:43.459" v="701" actId="1076"/>
          <ac:spMkLst>
            <pc:docMk/>
            <pc:sldMk cId="507615672" sldId="346"/>
            <ac:spMk id="4" creationId="{14AD414B-6E90-6E6E-F93A-C0A4EF2461DB}"/>
          </ac:spMkLst>
        </pc:spChg>
      </pc:sldChg>
      <pc:sldChg chg="addSp modSp add mod">
        <pc:chgData name="Shreyoshi kundu" userId="d24f1067c13e7079" providerId="LiveId" clId="{E404A848-7077-4329-9E96-0949ACEA8D50}" dt="2025-07-26T18:21:57.734" v="725"/>
        <pc:sldMkLst>
          <pc:docMk/>
          <pc:sldMk cId="1233135502" sldId="347"/>
        </pc:sldMkLst>
        <pc:spChg chg="add mod">
          <ac:chgData name="Shreyoshi kundu" userId="d24f1067c13e7079" providerId="LiveId" clId="{E404A848-7077-4329-9E96-0949ACEA8D50}" dt="2025-07-26T18:21:57.734" v="725"/>
          <ac:spMkLst>
            <pc:docMk/>
            <pc:sldMk cId="1233135502" sldId="347"/>
            <ac:spMk id="4" creationId="{9CB9857D-8351-9E70-8B05-5DD9A92D2A03}"/>
          </ac:spMkLst>
        </pc:spChg>
      </pc:sldChg>
      <pc:sldChg chg="addSp modSp add mod">
        <pc:chgData name="Shreyoshi kundu" userId="d24f1067c13e7079" providerId="LiveId" clId="{E404A848-7077-4329-9E96-0949ACEA8D50}" dt="2025-07-26T18:10:51.863" v="709" actId="1076"/>
        <pc:sldMkLst>
          <pc:docMk/>
          <pc:sldMk cId="1106684985" sldId="348"/>
        </pc:sldMkLst>
        <pc:spChg chg="add mod">
          <ac:chgData name="Shreyoshi kundu" userId="d24f1067c13e7079" providerId="LiveId" clId="{E404A848-7077-4329-9E96-0949ACEA8D50}" dt="2025-07-26T18:10:51.863" v="709" actId="1076"/>
          <ac:spMkLst>
            <pc:docMk/>
            <pc:sldMk cId="1106684985" sldId="348"/>
            <ac:spMk id="4" creationId="{FF300199-132B-F671-048C-60AD306A76F7}"/>
          </ac:spMkLst>
        </pc:spChg>
      </pc:sldChg>
      <pc:sldChg chg="addSp delSp modSp add mod">
        <pc:chgData name="Shreyoshi kundu" userId="d24f1067c13e7079" providerId="LiveId" clId="{E404A848-7077-4329-9E96-0949ACEA8D50}" dt="2025-07-26T18:30:31.930" v="757" actId="20577"/>
        <pc:sldMkLst>
          <pc:docMk/>
          <pc:sldMk cId="3331511422" sldId="349"/>
        </pc:sldMkLst>
        <pc:spChg chg="add del mod">
          <ac:chgData name="Shreyoshi kundu" userId="d24f1067c13e7079" providerId="LiveId" clId="{E404A848-7077-4329-9E96-0949ACEA8D50}" dt="2025-07-26T18:11:02.731" v="712"/>
          <ac:spMkLst>
            <pc:docMk/>
            <pc:sldMk cId="3331511422" sldId="349"/>
            <ac:spMk id="4" creationId="{E5F53697-C681-CF70-48B4-F93AF912F75A}"/>
          </ac:spMkLst>
        </pc:spChg>
        <pc:spChg chg="add mod">
          <ac:chgData name="Shreyoshi kundu" userId="d24f1067c13e7079" providerId="LiveId" clId="{E404A848-7077-4329-9E96-0949ACEA8D50}" dt="2025-07-26T18:30:31.930" v="757" actId="20577"/>
          <ac:spMkLst>
            <pc:docMk/>
            <pc:sldMk cId="3331511422" sldId="349"/>
            <ac:spMk id="5" creationId="{282FBBEF-896C-C9F6-F2F2-AD77822B0A09}"/>
          </ac:spMkLst>
        </pc:spChg>
      </pc:sldChg>
      <pc:sldChg chg="addSp modSp add mod ord">
        <pc:chgData name="Shreyoshi kundu" userId="d24f1067c13e7079" providerId="LiveId" clId="{E404A848-7077-4329-9E96-0949ACEA8D50}" dt="2025-07-26T18:31:36.270" v="760" actId="1076"/>
        <pc:sldMkLst>
          <pc:docMk/>
          <pc:sldMk cId="2127706486" sldId="350"/>
        </pc:sldMkLst>
        <pc:spChg chg="add mod">
          <ac:chgData name="Shreyoshi kundu" userId="d24f1067c13e7079" providerId="LiveId" clId="{E404A848-7077-4329-9E96-0949ACEA8D50}" dt="2025-07-26T18:31:36.270" v="760" actId="1076"/>
          <ac:spMkLst>
            <pc:docMk/>
            <pc:sldMk cId="2127706486" sldId="350"/>
            <ac:spMk id="4" creationId="{6E086264-84D9-DFE1-2189-B87BF9C102E0}"/>
          </ac:spMkLst>
        </pc:spChg>
      </pc:sldChg>
      <pc:sldChg chg="addSp delSp modSp add mod">
        <pc:chgData name="Shreyoshi kundu" userId="d24f1067c13e7079" providerId="LiveId" clId="{E404A848-7077-4329-9E96-0949ACEA8D50}" dt="2025-07-26T18:33:16.473" v="766" actId="21"/>
        <pc:sldMkLst>
          <pc:docMk/>
          <pc:sldMk cId="3256527941" sldId="351"/>
        </pc:sldMkLst>
        <pc:spChg chg="del">
          <ac:chgData name="Shreyoshi kundu" userId="d24f1067c13e7079" providerId="LiveId" clId="{E404A848-7077-4329-9E96-0949ACEA8D50}" dt="2025-07-26T18:32:41.302" v="765" actId="478"/>
          <ac:spMkLst>
            <pc:docMk/>
            <pc:sldMk cId="3256527941" sldId="351"/>
            <ac:spMk id="2" creationId="{1941975A-C29F-E3C0-D861-DF00785370CF}"/>
          </ac:spMkLst>
        </pc:spChg>
        <pc:spChg chg="add mod">
          <ac:chgData name="Shreyoshi kundu" userId="d24f1067c13e7079" providerId="LiveId" clId="{E404A848-7077-4329-9E96-0949ACEA8D50}" dt="2025-07-26T18:32:34.339" v="764"/>
          <ac:spMkLst>
            <pc:docMk/>
            <pc:sldMk cId="3256527941" sldId="351"/>
            <ac:spMk id="4" creationId="{7E5084D5-1E2B-45C6-2C8A-BF99C3FB6671}"/>
          </ac:spMkLst>
        </pc:spChg>
        <pc:spChg chg="add del mod">
          <ac:chgData name="Shreyoshi kundu" userId="d24f1067c13e7079" providerId="LiveId" clId="{E404A848-7077-4329-9E96-0949ACEA8D50}" dt="2025-07-26T18:33:16.473" v="766" actId="21"/>
          <ac:spMkLst>
            <pc:docMk/>
            <pc:sldMk cId="3256527941" sldId="351"/>
            <ac:spMk id="6" creationId="{0899814B-0303-09E3-A57A-267454276D8B}"/>
          </ac:spMkLst>
        </pc:spChg>
      </pc:sldChg>
      <pc:sldChg chg="new del">
        <pc:chgData name="Shreyoshi kundu" userId="d24f1067c13e7079" providerId="LiveId" clId="{E404A848-7077-4329-9E96-0949ACEA8D50}" dt="2025-07-26T17:10:24.490" v="315" actId="2696"/>
        <pc:sldMkLst>
          <pc:docMk/>
          <pc:sldMk cId="1515966928" sldId="352"/>
        </pc:sldMkLst>
      </pc:sldChg>
      <pc:sldChg chg="addSp modSp new mod">
        <pc:chgData name="Shreyoshi kundu" userId="d24f1067c13e7079" providerId="LiveId" clId="{E404A848-7077-4329-9E96-0949ACEA8D50}" dt="2025-07-26T17:57:28.941" v="586" actId="14100"/>
        <pc:sldMkLst>
          <pc:docMk/>
          <pc:sldMk cId="3315147573" sldId="352"/>
        </pc:sldMkLst>
        <pc:picChg chg="add mod">
          <ac:chgData name="Shreyoshi kundu" userId="d24f1067c13e7079" providerId="LiveId" clId="{E404A848-7077-4329-9E96-0949ACEA8D50}" dt="2025-07-26T17:57:28.941" v="586" actId="14100"/>
          <ac:picMkLst>
            <pc:docMk/>
            <pc:sldMk cId="3315147573" sldId="352"/>
            <ac:picMk id="3" creationId="{59076857-457D-1B21-8A9B-FDDE33F9B2EC}"/>
          </ac:picMkLst>
        </pc:picChg>
      </pc:sldChg>
      <pc:sldChg chg="addSp modSp add mod">
        <pc:chgData name="Shreyoshi kundu" userId="d24f1067c13e7079" providerId="LiveId" clId="{E404A848-7077-4329-9E96-0949ACEA8D50}" dt="2025-07-26T18:34:33.875" v="770" actId="1076"/>
        <pc:sldMkLst>
          <pc:docMk/>
          <pc:sldMk cId="204355709" sldId="353"/>
        </pc:sldMkLst>
        <pc:spChg chg="add mod">
          <ac:chgData name="Shreyoshi kundu" userId="d24f1067c13e7079" providerId="LiveId" clId="{E404A848-7077-4329-9E96-0949ACEA8D50}" dt="2025-07-26T18:34:33.875" v="770" actId="1076"/>
          <ac:spMkLst>
            <pc:docMk/>
            <pc:sldMk cId="204355709" sldId="353"/>
            <ac:spMk id="4" creationId="{B5B9C23C-25CD-D449-CCBA-66F3F1193B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ABB4E-8501-4825-8B36-281382EB2848}" type="datetimeFigureOut">
              <a:rPr lang="en-IN" smtClean="0"/>
              <a:t>21-07-2025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C693ED-6CD9-42C2-B7AC-B1184DCF0BC1}" type="slidenum">
              <a:rPr lang="en-IN" smtClean="0"/>
              <a:t>‹#›</a:t>
            </a:fld>
            <a:endParaRPr lang="en-IN"/>
          </a:p>
        </p:txBody>
      </p:sp>
    </p:spTree>
    <p:extLst>
      <p:ext uri="{BB962C8B-B14F-4D97-AF65-F5344CB8AC3E}">
        <p14:creationId xmlns:p14="http://schemas.microsoft.com/office/powerpoint/2010/main" val="3889838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5</a:t>
            </a:fld>
            <a:endParaRPr lang="en-IN"/>
          </a:p>
        </p:txBody>
      </p:sp>
    </p:spTree>
    <p:extLst>
      <p:ext uri="{BB962C8B-B14F-4D97-AF65-F5344CB8AC3E}">
        <p14:creationId xmlns:p14="http://schemas.microsoft.com/office/powerpoint/2010/main" val="917098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8</a:t>
            </a:fld>
            <a:endParaRPr lang="en-IN"/>
          </a:p>
        </p:txBody>
      </p:sp>
    </p:spTree>
    <p:extLst>
      <p:ext uri="{BB962C8B-B14F-4D97-AF65-F5344CB8AC3E}">
        <p14:creationId xmlns:p14="http://schemas.microsoft.com/office/powerpoint/2010/main" val="3106056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29</a:t>
            </a:fld>
            <a:endParaRPr lang="en-IN"/>
          </a:p>
        </p:txBody>
      </p:sp>
    </p:spTree>
    <p:extLst>
      <p:ext uri="{BB962C8B-B14F-4D97-AF65-F5344CB8AC3E}">
        <p14:creationId xmlns:p14="http://schemas.microsoft.com/office/powerpoint/2010/main" val="2592150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33</a:t>
            </a:fld>
            <a:endParaRPr lang="en-IN"/>
          </a:p>
        </p:txBody>
      </p:sp>
    </p:spTree>
    <p:extLst>
      <p:ext uri="{BB962C8B-B14F-4D97-AF65-F5344CB8AC3E}">
        <p14:creationId xmlns:p14="http://schemas.microsoft.com/office/powerpoint/2010/main" val="298327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42</a:t>
            </a:fld>
            <a:endParaRPr lang="en-IN"/>
          </a:p>
        </p:txBody>
      </p:sp>
    </p:spTree>
    <p:extLst>
      <p:ext uri="{BB962C8B-B14F-4D97-AF65-F5344CB8AC3E}">
        <p14:creationId xmlns:p14="http://schemas.microsoft.com/office/powerpoint/2010/main" val="3803926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51</a:t>
            </a:fld>
            <a:endParaRPr lang="en-IN"/>
          </a:p>
        </p:txBody>
      </p:sp>
    </p:spTree>
    <p:extLst>
      <p:ext uri="{BB962C8B-B14F-4D97-AF65-F5344CB8AC3E}">
        <p14:creationId xmlns:p14="http://schemas.microsoft.com/office/powerpoint/2010/main" val="1810421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63</a:t>
            </a:fld>
            <a:endParaRPr lang="en-IN"/>
          </a:p>
        </p:txBody>
      </p:sp>
    </p:spTree>
    <p:extLst>
      <p:ext uri="{BB962C8B-B14F-4D97-AF65-F5344CB8AC3E}">
        <p14:creationId xmlns:p14="http://schemas.microsoft.com/office/powerpoint/2010/main" val="3050879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C693ED-6CD9-42C2-B7AC-B1184DCF0BC1}" type="slidenum">
              <a:rPr lang="en-IN" smtClean="0"/>
              <a:t>64</a:t>
            </a:fld>
            <a:endParaRPr lang="en-IN"/>
          </a:p>
        </p:txBody>
      </p:sp>
    </p:spTree>
    <p:extLst>
      <p:ext uri="{BB962C8B-B14F-4D97-AF65-F5344CB8AC3E}">
        <p14:creationId xmlns:p14="http://schemas.microsoft.com/office/powerpoint/2010/main" val="16190043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s://bit.ly/3A1uf1Q" TargetMode="Externa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6" name="Google Shape;9;p2"/>
          <p:cNvGrpSpPr/>
          <p:nvPr/>
        </p:nvGrpSpPr>
        <p:grpSpPr>
          <a:xfrm>
            <a:off x="84960" y="78480"/>
            <a:ext cx="8973720" cy="4924800"/>
            <a:chOff x="84960" y="78480"/>
            <a:chExt cx="8973720" cy="4924800"/>
          </a:xfrm>
        </p:grpSpPr>
        <p:pic>
          <p:nvPicPr>
            <p:cNvPr id="7" name="Google Shape;10;p2"/>
            <p:cNvPicPr/>
            <p:nvPr/>
          </p:nvPicPr>
          <p:blipFill>
            <a:blip r:embed="rId2"/>
            <a:stretch/>
          </p:blipFill>
          <p:spPr>
            <a:xfrm>
              <a:off x="84960" y="78480"/>
              <a:ext cx="8973720" cy="4924800"/>
            </a:xfrm>
            <a:prstGeom prst="rect">
              <a:avLst/>
            </a:prstGeom>
            <a:noFill/>
            <a:ln w="0">
              <a:noFill/>
            </a:ln>
          </p:spPr>
        </p:pic>
        <p:pic>
          <p:nvPicPr>
            <p:cNvPr id="2" name="Google Shape;11;p2"/>
            <p:cNvPicPr/>
            <p:nvPr/>
          </p:nvPicPr>
          <p:blipFill>
            <a:blip r:embed="rId3"/>
            <a:stretch/>
          </p:blipFill>
          <p:spPr>
            <a:xfrm>
              <a:off x="270360" y="196560"/>
              <a:ext cx="8644680" cy="307800"/>
            </a:xfrm>
            <a:prstGeom prst="rect">
              <a:avLst/>
            </a:prstGeom>
            <a:noFill/>
            <a:ln w="0">
              <a:noFill/>
            </a:ln>
          </p:spPr>
        </p:pic>
      </p:grpSp>
      <p:sp>
        <p:nvSpPr>
          <p:cNvPr id="3" name="PlaceHolder 1"/>
          <p:cNvSpPr>
            <a:spLocks noGrp="1"/>
          </p:cNvSpPr>
          <p:nvPr>
            <p:ph type="body"/>
          </p:nvPr>
        </p:nvSpPr>
        <p:spPr>
          <a:xfrm>
            <a:off x="5805360" y="1317240"/>
            <a:ext cx="2831400" cy="2647800"/>
          </a:xfrm>
          <a:prstGeom prst="rect">
            <a:avLst/>
          </a:prstGeom>
          <a:noFill/>
          <a:ln w="19080">
            <a:solidFill>
              <a:schemeClr val="dk2"/>
            </a:solidFill>
            <a:round/>
          </a:ln>
        </p:spPr>
        <p:txBody>
          <a:bodyPr lIns="90000" tIns="45000" rIns="90000" bIns="45000" anchor="t">
            <a:normAutofit fontScale="3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 name="PlaceHolder 2"/>
          <p:cNvSpPr>
            <a:spLocks noGrp="1"/>
          </p:cNvSpPr>
          <p:nvPr>
            <p:ph type="title"/>
          </p:nvPr>
        </p:nvSpPr>
        <p:spPr>
          <a:xfrm>
            <a:off x="606960" y="849600"/>
            <a:ext cx="5060520" cy="2462040"/>
          </a:xfrm>
          <a:prstGeom prst="rect">
            <a:avLst/>
          </a:prstGeom>
          <a:noFill/>
          <a:ln w="0">
            <a:noFill/>
          </a:ln>
        </p:spPr>
        <p:txBody>
          <a:bodyPr lIns="91440" tIns="91440" rIns="91440" bIns="91440" anchor="t">
            <a:noAutofit/>
          </a:bodyPr>
          <a:lstStyle/>
          <a:p>
            <a:pPr indent="0">
              <a:buNone/>
            </a:pPr>
            <a:r>
              <a:rPr lang="fr-FR" sz="5600" b="0" u="none" strike="noStrike">
                <a:solidFill>
                  <a:schemeClr val="dk1"/>
                </a:solidFill>
                <a:effectLst/>
                <a:uFillTx/>
                <a:latin typeface="Arial"/>
              </a:rPr>
              <a:t>Click to edit the title text format</a:t>
            </a:r>
          </a:p>
        </p:txBody>
      </p:sp>
      <p:pic>
        <p:nvPicPr>
          <p:cNvPr id="5" name="Google Shape;15;p2"/>
          <p:cNvPicPr/>
          <p:nvPr/>
        </p:nvPicPr>
        <p:blipFill>
          <a:blip r:embed="rId3"/>
          <a:srcRect l="61974"/>
          <a:stretch/>
        </p:blipFill>
        <p:spPr>
          <a:xfrm>
            <a:off x="5805360" y="1051560"/>
            <a:ext cx="2831400" cy="265320"/>
          </a:xfrm>
          <a:prstGeom prst="rect">
            <a:avLst/>
          </a:prstGeom>
          <a:noFill/>
          <a:ln w="9525">
            <a:solidFill>
              <a:srgbClr val="707070"/>
            </a:solidFill>
            <a:rou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grpSp>
        <p:nvGrpSpPr>
          <p:cNvPr id="6" name="Google Shape;71;p11"/>
          <p:cNvGrpSpPr/>
          <p:nvPr/>
        </p:nvGrpSpPr>
        <p:grpSpPr>
          <a:xfrm>
            <a:off x="84960" y="78480"/>
            <a:ext cx="8973720" cy="4924800"/>
            <a:chOff x="84960" y="78480"/>
            <a:chExt cx="8973720" cy="4924800"/>
          </a:xfrm>
        </p:grpSpPr>
        <p:pic>
          <p:nvPicPr>
            <p:cNvPr id="7" name="Google Shape;72;p11"/>
            <p:cNvPicPr/>
            <p:nvPr/>
          </p:nvPicPr>
          <p:blipFill>
            <a:blip r:embed="rId2"/>
            <a:stretch/>
          </p:blipFill>
          <p:spPr>
            <a:xfrm>
              <a:off x="84960" y="78480"/>
              <a:ext cx="8973720" cy="4924800"/>
            </a:xfrm>
            <a:prstGeom prst="rect">
              <a:avLst/>
            </a:prstGeom>
            <a:noFill/>
            <a:ln w="0">
              <a:noFill/>
            </a:ln>
          </p:spPr>
        </p:pic>
        <p:pic>
          <p:nvPicPr>
            <p:cNvPr id="8" name="Google Shape;73;p11"/>
            <p:cNvPicPr/>
            <p:nvPr/>
          </p:nvPicPr>
          <p:blipFill>
            <a:blip r:embed="rId3"/>
            <a:stretch/>
          </p:blipFill>
          <p:spPr>
            <a:xfrm>
              <a:off x="270360" y="196560"/>
              <a:ext cx="8644680" cy="307800"/>
            </a:xfrm>
            <a:prstGeom prst="rect">
              <a:avLst/>
            </a:prstGeom>
            <a:noFill/>
            <a:ln w="0">
              <a:noFill/>
            </a:ln>
          </p:spPr>
        </p:pic>
      </p:grpSp>
      <p:sp>
        <p:nvSpPr>
          <p:cNvPr id="9"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accent1"/>
                </a:solidFill>
                <a:effectLst/>
                <a:uFillTx/>
                <a:latin typeface="VT323"/>
                <a:ea typeface="VT323"/>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33" name="Google Shape;113;p17"/>
          <p:cNvGrpSpPr/>
          <p:nvPr/>
        </p:nvGrpSpPr>
        <p:grpSpPr>
          <a:xfrm>
            <a:off x="84960" y="78480"/>
            <a:ext cx="8973720" cy="4924800"/>
            <a:chOff x="84960" y="78480"/>
            <a:chExt cx="8973720" cy="4924800"/>
          </a:xfrm>
        </p:grpSpPr>
        <p:pic>
          <p:nvPicPr>
            <p:cNvPr id="34" name="Google Shape;114;p17"/>
            <p:cNvPicPr/>
            <p:nvPr/>
          </p:nvPicPr>
          <p:blipFill>
            <a:blip r:embed="rId2"/>
            <a:stretch/>
          </p:blipFill>
          <p:spPr>
            <a:xfrm>
              <a:off x="84960" y="78480"/>
              <a:ext cx="8973720" cy="4924800"/>
            </a:xfrm>
            <a:prstGeom prst="rect">
              <a:avLst/>
            </a:prstGeom>
            <a:noFill/>
            <a:ln w="0">
              <a:noFill/>
            </a:ln>
          </p:spPr>
        </p:pic>
        <p:pic>
          <p:nvPicPr>
            <p:cNvPr id="35" name="Google Shape;115;p17"/>
            <p:cNvPicPr/>
            <p:nvPr/>
          </p:nvPicPr>
          <p:blipFill>
            <a:blip r:embed="rId3"/>
            <a:stretch/>
          </p:blipFill>
          <p:spPr>
            <a:xfrm>
              <a:off x="270360" y="196560"/>
              <a:ext cx="8644680" cy="307800"/>
            </a:xfrm>
            <a:prstGeom prst="rect">
              <a:avLst/>
            </a:prstGeom>
            <a:noFill/>
            <a:ln w="0">
              <a:noFill/>
            </a:ln>
          </p:spPr>
        </p:pic>
      </p:grpSp>
      <p:sp>
        <p:nvSpPr>
          <p:cNvPr id="3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52" name="Google Shape;144;p20"/>
          <p:cNvGrpSpPr/>
          <p:nvPr/>
        </p:nvGrpSpPr>
        <p:grpSpPr>
          <a:xfrm>
            <a:off x="84960" y="78480"/>
            <a:ext cx="8973720" cy="4924800"/>
            <a:chOff x="84960" y="78480"/>
            <a:chExt cx="8973720" cy="4924800"/>
          </a:xfrm>
        </p:grpSpPr>
        <p:pic>
          <p:nvPicPr>
            <p:cNvPr id="53" name="Google Shape;145;p20"/>
            <p:cNvPicPr/>
            <p:nvPr/>
          </p:nvPicPr>
          <p:blipFill>
            <a:blip r:embed="rId2"/>
            <a:stretch/>
          </p:blipFill>
          <p:spPr>
            <a:xfrm>
              <a:off x="84960" y="78480"/>
              <a:ext cx="8973720" cy="4924800"/>
            </a:xfrm>
            <a:prstGeom prst="rect">
              <a:avLst/>
            </a:prstGeom>
            <a:noFill/>
            <a:ln w="0">
              <a:noFill/>
            </a:ln>
          </p:spPr>
        </p:pic>
        <p:pic>
          <p:nvPicPr>
            <p:cNvPr id="54" name="Google Shape;146;p20"/>
            <p:cNvPicPr/>
            <p:nvPr/>
          </p:nvPicPr>
          <p:blipFill>
            <a:blip r:embed="rId3"/>
            <a:stretch/>
          </p:blipFill>
          <p:spPr>
            <a:xfrm>
              <a:off x="270360" y="196560"/>
              <a:ext cx="8644680" cy="307800"/>
            </a:xfrm>
            <a:prstGeom prst="rect">
              <a:avLst/>
            </a:prstGeom>
            <a:noFill/>
            <a:ln w="0">
              <a:noFill/>
            </a:ln>
          </p:spPr>
        </p:pic>
      </p:grpSp>
      <p:sp>
        <p:nvSpPr>
          <p:cNvPr id="55" name="PlaceHolder 1"/>
          <p:cNvSpPr>
            <a:spLocks noGrp="1"/>
          </p:cNvSpPr>
          <p:nvPr>
            <p:ph type="title"/>
          </p:nvPr>
        </p:nvSpPr>
        <p:spPr>
          <a:xfrm>
            <a:off x="792720" y="974880"/>
            <a:ext cx="3876120" cy="754560"/>
          </a:xfrm>
          <a:prstGeom prst="rect">
            <a:avLst/>
          </a:prstGeom>
          <a:noFill/>
          <a:ln w="0">
            <a:noFill/>
          </a:ln>
        </p:spPr>
        <p:txBody>
          <a:bodyPr lIns="91440" tIns="91440" rIns="91440" bIns="91440" anchor="b">
            <a:noAutofit/>
          </a:bodyPr>
          <a:lstStyle/>
          <a:p>
            <a:pPr indent="0" algn="ctr">
              <a:lnSpc>
                <a:spcPct val="100000"/>
              </a:lnSpc>
              <a:buNone/>
            </a:pPr>
            <a:r>
              <a:rPr lang="fr-FR" sz="4500" b="0" u="none" strike="noStrike">
                <a:solidFill>
                  <a:schemeClr val="dk2"/>
                </a:solidFill>
                <a:effectLst/>
                <a:uFillTx/>
                <a:latin typeface="VT323"/>
                <a:ea typeface="VT323"/>
              </a:rPr>
              <a:t>xx%</a:t>
            </a:r>
            <a:endParaRPr lang="fr-FR" sz="4500" b="0" u="none" strike="noStrike">
              <a:solidFill>
                <a:schemeClr val="dk1"/>
              </a:solidFill>
              <a:effectLst/>
              <a:uFillTx/>
              <a:latin typeface="Arial"/>
            </a:endParaRPr>
          </a:p>
        </p:txBody>
      </p:sp>
      <p:sp>
        <p:nvSpPr>
          <p:cNvPr id="56" name="PlaceHolder 2"/>
          <p:cNvSpPr>
            <a:spLocks noGrp="1"/>
          </p:cNvSpPr>
          <p:nvPr>
            <p:ph type="title"/>
          </p:nvPr>
        </p:nvSpPr>
        <p:spPr>
          <a:xfrm>
            <a:off x="4298760" y="2743560"/>
            <a:ext cx="3928680" cy="754560"/>
          </a:xfrm>
          <a:prstGeom prst="rect">
            <a:avLst/>
          </a:prstGeom>
          <a:noFill/>
          <a:ln w="0">
            <a:noFill/>
          </a:ln>
        </p:spPr>
        <p:txBody>
          <a:bodyPr lIns="91440" tIns="91440" rIns="91440" bIns="91440" anchor="b">
            <a:noAutofit/>
          </a:bodyPr>
          <a:lstStyle/>
          <a:p>
            <a:pPr indent="0" algn="ctr">
              <a:lnSpc>
                <a:spcPct val="100000"/>
              </a:lnSpc>
              <a:buNone/>
            </a:pPr>
            <a:r>
              <a:rPr lang="fr-FR" sz="4500" b="0" u="none" strike="noStrike">
                <a:solidFill>
                  <a:schemeClr val="dk2"/>
                </a:solidFill>
                <a:effectLst/>
                <a:uFillTx/>
                <a:latin typeface="VT323"/>
                <a:ea typeface="VT323"/>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57" name="Google Shape;17;p3"/>
          <p:cNvGrpSpPr/>
          <p:nvPr/>
        </p:nvGrpSpPr>
        <p:grpSpPr>
          <a:xfrm>
            <a:off x="84960" y="78480"/>
            <a:ext cx="8973720" cy="4924800"/>
            <a:chOff x="84960" y="78480"/>
            <a:chExt cx="8973720" cy="4924800"/>
          </a:xfrm>
        </p:grpSpPr>
        <p:pic>
          <p:nvPicPr>
            <p:cNvPr id="58" name="Google Shape;18;p3"/>
            <p:cNvPicPr/>
            <p:nvPr/>
          </p:nvPicPr>
          <p:blipFill>
            <a:blip r:embed="rId2"/>
            <a:stretch/>
          </p:blipFill>
          <p:spPr>
            <a:xfrm>
              <a:off x="84960" y="78480"/>
              <a:ext cx="8973720" cy="4924800"/>
            </a:xfrm>
            <a:prstGeom prst="rect">
              <a:avLst/>
            </a:prstGeom>
            <a:noFill/>
            <a:ln w="0">
              <a:noFill/>
            </a:ln>
          </p:spPr>
        </p:pic>
        <p:pic>
          <p:nvPicPr>
            <p:cNvPr id="59" name="Google Shape;19;p3"/>
            <p:cNvPicPr/>
            <p:nvPr/>
          </p:nvPicPr>
          <p:blipFill>
            <a:blip r:embed="rId3"/>
            <a:stretch/>
          </p:blipFill>
          <p:spPr>
            <a:xfrm>
              <a:off x="270360" y="196560"/>
              <a:ext cx="8644680" cy="307800"/>
            </a:xfrm>
            <a:prstGeom prst="rect">
              <a:avLst/>
            </a:prstGeom>
            <a:noFill/>
            <a:ln w="0">
              <a:noFill/>
            </a:ln>
          </p:spPr>
        </p:pic>
      </p:grpSp>
      <p:pic>
        <p:nvPicPr>
          <p:cNvPr id="60" name="Google Shape;20;p3"/>
          <p:cNvPicPr/>
          <p:nvPr/>
        </p:nvPicPr>
        <p:blipFill>
          <a:blip r:embed="rId4"/>
          <a:stretch/>
        </p:blipFill>
        <p:spPr>
          <a:xfrm>
            <a:off x="3233160" y="3371400"/>
            <a:ext cx="5515200" cy="1351440"/>
          </a:xfrm>
          <a:prstGeom prst="rect">
            <a:avLst/>
          </a:prstGeom>
          <a:noFill/>
          <a:ln w="0">
            <a:noFill/>
          </a:ln>
        </p:spPr>
      </p:pic>
      <p:pic>
        <p:nvPicPr>
          <p:cNvPr id="61" name="Google Shape;21;p3"/>
          <p:cNvPicPr/>
          <p:nvPr/>
        </p:nvPicPr>
        <p:blipFill>
          <a:blip r:embed="rId5"/>
          <a:stretch/>
        </p:blipFill>
        <p:spPr>
          <a:xfrm>
            <a:off x="555480" y="817920"/>
            <a:ext cx="5398920" cy="3024000"/>
          </a:xfrm>
          <a:prstGeom prst="rect">
            <a:avLst/>
          </a:prstGeom>
          <a:noFill/>
          <a:ln w="0">
            <a:noFill/>
          </a:ln>
        </p:spPr>
      </p:pic>
      <p:sp>
        <p:nvSpPr>
          <p:cNvPr id="62" name="PlaceHolder 1"/>
          <p:cNvSpPr>
            <a:spLocks noGrp="1"/>
          </p:cNvSpPr>
          <p:nvPr>
            <p:ph type="title"/>
          </p:nvPr>
        </p:nvSpPr>
        <p:spPr>
          <a:xfrm>
            <a:off x="1860480" y="1532520"/>
            <a:ext cx="3458520" cy="152064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63" name="PlaceHolder 2"/>
          <p:cNvSpPr>
            <a:spLocks noGrp="1"/>
          </p:cNvSpPr>
          <p:nvPr>
            <p:ph type="title"/>
          </p:nvPr>
        </p:nvSpPr>
        <p:spPr>
          <a:xfrm>
            <a:off x="779760" y="1910880"/>
            <a:ext cx="777960" cy="763920"/>
          </a:xfrm>
          <a:prstGeom prst="rect">
            <a:avLst/>
          </a:prstGeom>
          <a:noFill/>
          <a:ln w="0">
            <a:noFill/>
          </a:ln>
        </p:spPr>
        <p:txBody>
          <a:bodyPr lIns="91440" tIns="91440" rIns="91440" bIns="91440" anchor="ctr">
            <a:noAutofit/>
          </a:bodyPr>
          <a:lstStyle/>
          <a:p>
            <a:pPr indent="0" algn="ctr">
              <a:lnSpc>
                <a:spcPct val="100000"/>
              </a:lnSpc>
              <a:buNone/>
            </a:pPr>
            <a:r>
              <a:rPr lang="fr-FR" sz="5000" b="0" u="none" strike="noStrike">
                <a:solidFill>
                  <a:schemeClr val="dk2"/>
                </a:solidFill>
                <a:effectLst/>
                <a:uFillTx/>
                <a:latin typeface="VT323"/>
                <a:ea typeface="VT323"/>
              </a:rPr>
              <a:t>xx%</a:t>
            </a:r>
            <a:endParaRPr lang="fr-FR" sz="5000" b="0" u="none" strike="noStrike">
              <a:solidFill>
                <a:schemeClr val="dk1"/>
              </a:solidFill>
              <a:effectLst/>
              <a:uFillTx/>
              <a:latin typeface="Arial"/>
            </a:endParaRPr>
          </a:p>
        </p:txBody>
      </p:sp>
      <p:sp>
        <p:nvSpPr>
          <p:cNvPr id="64" name="PlaceHolder 3"/>
          <p:cNvSpPr>
            <a:spLocks noGrp="1"/>
          </p:cNvSpPr>
          <p:nvPr>
            <p:ph type="body"/>
          </p:nvPr>
        </p:nvSpPr>
        <p:spPr>
          <a:xfrm>
            <a:off x="6387120" y="947160"/>
            <a:ext cx="2107080" cy="2067120"/>
          </a:xfrm>
          <a:prstGeom prst="rect">
            <a:avLst/>
          </a:prstGeom>
          <a:noFill/>
          <a:ln w="19080">
            <a:solidFill>
              <a:schemeClr val="dk2"/>
            </a:solidFill>
            <a:round/>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65" name="Google Shape;152;p21"/>
          <p:cNvGrpSpPr/>
          <p:nvPr/>
        </p:nvGrpSpPr>
        <p:grpSpPr>
          <a:xfrm>
            <a:off x="84960" y="78480"/>
            <a:ext cx="8973720" cy="4924800"/>
            <a:chOff x="84960" y="78480"/>
            <a:chExt cx="8973720" cy="4924800"/>
          </a:xfrm>
        </p:grpSpPr>
        <p:pic>
          <p:nvPicPr>
            <p:cNvPr id="66" name="Google Shape;153;p21"/>
            <p:cNvPicPr/>
            <p:nvPr/>
          </p:nvPicPr>
          <p:blipFill>
            <a:blip r:embed="rId2"/>
            <a:stretch/>
          </p:blipFill>
          <p:spPr>
            <a:xfrm>
              <a:off x="84960" y="78480"/>
              <a:ext cx="8973720" cy="4924800"/>
            </a:xfrm>
            <a:prstGeom prst="rect">
              <a:avLst/>
            </a:prstGeom>
            <a:noFill/>
            <a:ln w="0">
              <a:noFill/>
            </a:ln>
          </p:spPr>
        </p:pic>
        <p:pic>
          <p:nvPicPr>
            <p:cNvPr id="67" name="Google Shape;154;p21"/>
            <p:cNvPicPr/>
            <p:nvPr/>
          </p:nvPicPr>
          <p:blipFill>
            <a:blip r:embed="rId3"/>
            <a:stretch/>
          </p:blipFill>
          <p:spPr>
            <a:xfrm>
              <a:off x="270360" y="196560"/>
              <a:ext cx="8644680" cy="307800"/>
            </a:xfrm>
            <a:prstGeom prst="rect">
              <a:avLst/>
            </a:prstGeom>
            <a:noFill/>
            <a:ln w="0">
              <a:noFill/>
            </a:ln>
          </p:spPr>
        </p:pic>
      </p:grpSp>
      <p:sp>
        <p:nvSpPr>
          <p:cNvPr id="68" name="PlaceHolder 1"/>
          <p:cNvSpPr>
            <a:spLocks noGrp="1"/>
          </p:cNvSpPr>
          <p:nvPr>
            <p:ph type="title"/>
          </p:nvPr>
        </p:nvSpPr>
        <p:spPr>
          <a:xfrm>
            <a:off x="669600" y="1143000"/>
            <a:ext cx="3852000" cy="563760"/>
          </a:xfrm>
          <a:prstGeom prst="rect">
            <a:avLst/>
          </a:prstGeom>
          <a:noFill/>
          <a:ln w="0">
            <a:noFill/>
          </a:ln>
        </p:spPr>
        <p:txBody>
          <a:bodyPr lIns="91440" tIns="91440" rIns="91440" bIns="91440" anchor="ctr">
            <a:noAutofit/>
          </a:bodyPr>
          <a:lstStyle/>
          <a:p>
            <a:pPr indent="0">
              <a:buNone/>
            </a:pPr>
            <a:r>
              <a:rPr lang="fr-FR" sz="4800" b="0" u="none" strike="noStrike">
                <a:solidFill>
                  <a:schemeClr val="dk1"/>
                </a:solidFill>
                <a:effectLst/>
                <a:uFillTx/>
                <a:latin typeface="Arial"/>
              </a:rPr>
              <a:t>Click to edit the title text format</a:t>
            </a:r>
          </a:p>
        </p:txBody>
      </p:sp>
      <p:pic>
        <p:nvPicPr>
          <p:cNvPr id="69" name="Google Shape;157;p21"/>
          <p:cNvPicPr/>
          <p:nvPr/>
        </p:nvPicPr>
        <p:blipFill>
          <a:blip r:embed="rId4"/>
          <a:srcRect l="19759" t="14674" r="19444" b="47101"/>
          <a:stretch/>
        </p:blipFill>
        <p:spPr>
          <a:xfrm>
            <a:off x="4549320" y="1778400"/>
            <a:ext cx="3952800" cy="2484720"/>
          </a:xfrm>
          <a:prstGeom prst="rect">
            <a:avLst/>
          </a:prstGeom>
          <a:noFill/>
          <a:ln w="0">
            <a:noFill/>
          </a:ln>
        </p:spPr>
      </p:pic>
      <p:sp>
        <p:nvSpPr>
          <p:cNvPr id="70" name="Google Shape;158;p21"/>
          <p:cNvSpPr/>
          <p:nvPr/>
        </p:nvSpPr>
        <p:spPr>
          <a:xfrm>
            <a:off x="4865400" y="2464560"/>
            <a:ext cx="3320280" cy="510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Roboto Mono"/>
                <a:ea typeface="Roboto Mono"/>
              </a:rPr>
              <a:t>CREDITS:</a:t>
            </a:r>
            <a:r>
              <a:rPr lang="en" sz="1000" b="0" u="none" strike="noStrike">
                <a:solidFill>
                  <a:schemeClr val="dk1"/>
                </a:solidFill>
                <a:effectLst/>
                <a:uFillTx/>
                <a:latin typeface="Roboto Mono"/>
                <a:ea typeface="Roboto Mono"/>
              </a:rPr>
              <a:t> This presentation template was created by </a:t>
            </a:r>
            <a:r>
              <a:rPr lang="en" sz="1000" b="1" u="sng" strike="noStrike">
                <a:solidFill>
                  <a:schemeClr val="dk1"/>
                </a:solidFill>
                <a:effectLst/>
                <a:uFillTx/>
                <a:latin typeface="Roboto Mono"/>
                <a:ea typeface="Roboto Mono"/>
                <a:hlinkClick r:id="rId5"/>
              </a:rPr>
              <a:t>Slidesgo</a:t>
            </a:r>
            <a:r>
              <a:rPr lang="en" sz="1000" b="0" u="none" strike="noStrike">
                <a:solidFill>
                  <a:schemeClr val="dk1"/>
                </a:solidFill>
                <a:effectLst/>
                <a:uFillTx/>
                <a:latin typeface="Roboto Mono"/>
                <a:ea typeface="Roboto Mono"/>
              </a:rPr>
              <a:t>, and includes icons, infographics &amp; images by </a:t>
            </a:r>
            <a:r>
              <a:rPr lang="en" sz="1000" b="1" u="sng" strike="noStrike">
                <a:solidFill>
                  <a:schemeClr val="dk1"/>
                </a:solidFill>
                <a:effectLst/>
                <a:uFillTx/>
                <a:latin typeface="Roboto Mono"/>
                <a:ea typeface="Roboto Mono"/>
                <a:hlinkClick r:id="rId6"/>
              </a:rPr>
              <a:t>Freepik</a:t>
            </a:r>
            <a:r>
              <a:rPr lang="en" sz="1000" b="0" u="none" strike="noStrike">
                <a:solidFill>
                  <a:schemeClr val="dk1"/>
                </a:solidFill>
                <a:effectLst/>
                <a:uFillTx/>
                <a:latin typeface="Roboto Mono"/>
                <a:ea typeface="Roboto Mono"/>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grpSp>
        <p:nvGrpSpPr>
          <p:cNvPr id="71" name="Google Shape;160;p22"/>
          <p:cNvGrpSpPr/>
          <p:nvPr/>
        </p:nvGrpSpPr>
        <p:grpSpPr>
          <a:xfrm>
            <a:off x="84960" y="78480"/>
            <a:ext cx="8973720" cy="4924800"/>
            <a:chOff x="84960" y="78480"/>
            <a:chExt cx="8973720" cy="4924800"/>
          </a:xfrm>
        </p:grpSpPr>
        <p:pic>
          <p:nvPicPr>
            <p:cNvPr id="72" name="Google Shape;161;p22"/>
            <p:cNvPicPr/>
            <p:nvPr/>
          </p:nvPicPr>
          <p:blipFill>
            <a:blip r:embed="rId2"/>
            <a:stretch/>
          </p:blipFill>
          <p:spPr>
            <a:xfrm>
              <a:off x="84960" y="78480"/>
              <a:ext cx="8973720" cy="4924800"/>
            </a:xfrm>
            <a:prstGeom prst="rect">
              <a:avLst/>
            </a:prstGeom>
            <a:noFill/>
            <a:ln w="0">
              <a:noFill/>
            </a:ln>
          </p:spPr>
        </p:pic>
        <p:pic>
          <p:nvPicPr>
            <p:cNvPr id="73" name="Google Shape;162;p22"/>
            <p:cNvPicPr/>
            <p:nvPr/>
          </p:nvPicPr>
          <p:blipFill>
            <a:blip r:embed="rId3"/>
            <a:stretch/>
          </p:blipFill>
          <p:spPr>
            <a:xfrm>
              <a:off x="270360" y="196560"/>
              <a:ext cx="8644680" cy="307800"/>
            </a:xfrm>
            <a:prstGeom prst="rect">
              <a:avLst/>
            </a:prstGeom>
            <a:noFill/>
            <a:ln w="0">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74" name="Google Shape;27;p4"/>
          <p:cNvGrpSpPr/>
          <p:nvPr/>
        </p:nvGrpSpPr>
        <p:grpSpPr>
          <a:xfrm>
            <a:off x="84960" y="78480"/>
            <a:ext cx="8973720" cy="4924800"/>
            <a:chOff x="84960" y="78480"/>
            <a:chExt cx="8973720" cy="4924800"/>
          </a:xfrm>
        </p:grpSpPr>
        <p:pic>
          <p:nvPicPr>
            <p:cNvPr id="75" name="Google Shape;28;p4"/>
            <p:cNvPicPr/>
            <p:nvPr/>
          </p:nvPicPr>
          <p:blipFill>
            <a:blip r:embed="rId2"/>
            <a:stretch/>
          </p:blipFill>
          <p:spPr>
            <a:xfrm>
              <a:off x="84960" y="78480"/>
              <a:ext cx="8973720" cy="4924800"/>
            </a:xfrm>
            <a:prstGeom prst="rect">
              <a:avLst/>
            </a:prstGeom>
            <a:noFill/>
            <a:ln w="0">
              <a:noFill/>
            </a:ln>
          </p:spPr>
        </p:pic>
        <p:pic>
          <p:nvPicPr>
            <p:cNvPr id="76" name="Google Shape;29;p4"/>
            <p:cNvPicPr/>
            <p:nvPr/>
          </p:nvPicPr>
          <p:blipFill>
            <a:blip r:embed="rId3"/>
            <a:stretch/>
          </p:blipFill>
          <p:spPr>
            <a:xfrm>
              <a:off x="270360" y="196560"/>
              <a:ext cx="8644680" cy="307800"/>
            </a:xfrm>
            <a:prstGeom prst="rect">
              <a:avLst/>
            </a:prstGeom>
            <a:noFill/>
            <a:ln w="0">
              <a:noFill/>
            </a:ln>
          </p:spPr>
        </p:pic>
      </p:grpSp>
      <p:sp>
        <p:nvSpPr>
          <p:cNvPr id="7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78"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82" name="Google Shape;41;p6"/>
          <p:cNvGrpSpPr/>
          <p:nvPr/>
        </p:nvGrpSpPr>
        <p:grpSpPr>
          <a:xfrm>
            <a:off x="84960" y="78480"/>
            <a:ext cx="8973720" cy="4924800"/>
            <a:chOff x="84960" y="78480"/>
            <a:chExt cx="8973720" cy="4924800"/>
          </a:xfrm>
        </p:grpSpPr>
        <p:pic>
          <p:nvPicPr>
            <p:cNvPr id="83" name="Google Shape;42;p6"/>
            <p:cNvPicPr/>
            <p:nvPr/>
          </p:nvPicPr>
          <p:blipFill>
            <a:blip r:embed="rId2"/>
            <a:stretch/>
          </p:blipFill>
          <p:spPr>
            <a:xfrm>
              <a:off x="84960" y="78480"/>
              <a:ext cx="8973720" cy="4924800"/>
            </a:xfrm>
            <a:prstGeom prst="rect">
              <a:avLst/>
            </a:prstGeom>
            <a:noFill/>
            <a:ln w="0">
              <a:noFill/>
            </a:ln>
          </p:spPr>
        </p:pic>
        <p:pic>
          <p:nvPicPr>
            <p:cNvPr id="84" name="Google Shape;43;p6"/>
            <p:cNvPicPr/>
            <p:nvPr/>
          </p:nvPicPr>
          <p:blipFill>
            <a:blip r:embed="rId3"/>
            <a:stretch/>
          </p:blipFill>
          <p:spPr>
            <a:xfrm>
              <a:off x="270360" y="196560"/>
              <a:ext cx="8644680" cy="307800"/>
            </a:xfrm>
            <a:prstGeom prst="rect">
              <a:avLst/>
            </a:prstGeom>
            <a:noFill/>
            <a:ln w="0">
              <a:noFill/>
            </a:ln>
          </p:spPr>
        </p:pic>
      </p:grpSp>
      <p:sp>
        <p:nvSpPr>
          <p:cNvPr id="85" name="PlaceHolder 1"/>
          <p:cNvSpPr>
            <a:spLocks noGrp="1"/>
          </p:cNvSpPr>
          <p:nvPr>
            <p:ph type="title"/>
          </p:nvPr>
        </p:nvSpPr>
        <p:spPr>
          <a:xfrm>
            <a:off x="342000" y="654840"/>
            <a:ext cx="8460000" cy="6019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pic>
        <p:nvPicPr>
          <p:cNvPr id="86" name="Google Shape;45;p6"/>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87" name="Google Shape;47;p7"/>
          <p:cNvGrpSpPr/>
          <p:nvPr/>
        </p:nvGrpSpPr>
        <p:grpSpPr>
          <a:xfrm>
            <a:off x="84960" y="78480"/>
            <a:ext cx="8973720" cy="4924800"/>
            <a:chOff x="84960" y="78480"/>
            <a:chExt cx="8973720" cy="4924800"/>
          </a:xfrm>
        </p:grpSpPr>
        <p:pic>
          <p:nvPicPr>
            <p:cNvPr id="88" name="Google Shape;48;p7"/>
            <p:cNvPicPr/>
            <p:nvPr/>
          </p:nvPicPr>
          <p:blipFill>
            <a:blip r:embed="rId2"/>
            <a:stretch/>
          </p:blipFill>
          <p:spPr>
            <a:xfrm>
              <a:off x="84960" y="78480"/>
              <a:ext cx="8973720" cy="4924800"/>
            </a:xfrm>
            <a:prstGeom prst="rect">
              <a:avLst/>
            </a:prstGeom>
            <a:noFill/>
            <a:ln w="0">
              <a:noFill/>
            </a:ln>
          </p:spPr>
        </p:pic>
        <p:pic>
          <p:nvPicPr>
            <p:cNvPr id="89" name="Google Shape;49;p7"/>
            <p:cNvPicPr/>
            <p:nvPr/>
          </p:nvPicPr>
          <p:blipFill>
            <a:blip r:embed="rId3"/>
            <a:stretch/>
          </p:blipFill>
          <p:spPr>
            <a:xfrm>
              <a:off x="270360" y="196560"/>
              <a:ext cx="8644680" cy="307800"/>
            </a:xfrm>
            <a:prstGeom prst="rect">
              <a:avLst/>
            </a:prstGeom>
            <a:noFill/>
            <a:ln w="0">
              <a:noFill/>
            </a:ln>
          </p:spPr>
        </p:pic>
      </p:grpSp>
      <p:sp>
        <p:nvSpPr>
          <p:cNvPr id="90"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91"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92"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93" name="Google Shape;54;p8"/>
          <p:cNvGrpSpPr/>
          <p:nvPr/>
        </p:nvGrpSpPr>
        <p:grpSpPr>
          <a:xfrm>
            <a:off x="84960" y="78480"/>
            <a:ext cx="8973720" cy="4924800"/>
            <a:chOff x="84960" y="78480"/>
            <a:chExt cx="8973720" cy="4924800"/>
          </a:xfrm>
        </p:grpSpPr>
        <p:pic>
          <p:nvPicPr>
            <p:cNvPr id="94" name="Google Shape;55;p8"/>
            <p:cNvPicPr/>
            <p:nvPr/>
          </p:nvPicPr>
          <p:blipFill>
            <a:blip r:embed="rId2"/>
            <a:stretch/>
          </p:blipFill>
          <p:spPr>
            <a:xfrm>
              <a:off x="84960" y="78480"/>
              <a:ext cx="8973720" cy="4924800"/>
            </a:xfrm>
            <a:prstGeom prst="rect">
              <a:avLst/>
            </a:prstGeom>
            <a:noFill/>
            <a:ln w="0">
              <a:noFill/>
            </a:ln>
          </p:spPr>
        </p:pic>
        <p:pic>
          <p:nvPicPr>
            <p:cNvPr id="95" name="Google Shape;56;p8"/>
            <p:cNvPicPr/>
            <p:nvPr/>
          </p:nvPicPr>
          <p:blipFill>
            <a:blip r:embed="rId3"/>
            <a:stretch/>
          </p:blipFill>
          <p:spPr>
            <a:xfrm>
              <a:off x="270360" y="196560"/>
              <a:ext cx="8644680" cy="307800"/>
            </a:xfrm>
            <a:prstGeom prst="rect">
              <a:avLst/>
            </a:prstGeom>
            <a:noFill/>
            <a:ln w="0">
              <a:noFill/>
            </a:ln>
          </p:spPr>
        </p:pic>
      </p:grpSp>
      <p:sp>
        <p:nvSpPr>
          <p:cNvPr id="96"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grpSp>
        <p:nvGrpSpPr>
          <p:cNvPr id="97" name="Google Shape;59;p9"/>
          <p:cNvGrpSpPr/>
          <p:nvPr/>
        </p:nvGrpSpPr>
        <p:grpSpPr>
          <a:xfrm>
            <a:off x="84960" y="78480"/>
            <a:ext cx="8973720" cy="4924800"/>
            <a:chOff x="84960" y="78480"/>
            <a:chExt cx="8973720" cy="4924800"/>
          </a:xfrm>
        </p:grpSpPr>
        <p:pic>
          <p:nvPicPr>
            <p:cNvPr id="98" name="Google Shape;60;p9"/>
            <p:cNvPicPr/>
            <p:nvPr/>
          </p:nvPicPr>
          <p:blipFill>
            <a:blip r:embed="rId2"/>
            <a:stretch/>
          </p:blipFill>
          <p:spPr>
            <a:xfrm>
              <a:off x="84960" y="78480"/>
              <a:ext cx="8973720" cy="4924800"/>
            </a:xfrm>
            <a:prstGeom prst="rect">
              <a:avLst/>
            </a:prstGeom>
            <a:noFill/>
            <a:ln w="0">
              <a:noFill/>
            </a:ln>
          </p:spPr>
        </p:pic>
        <p:pic>
          <p:nvPicPr>
            <p:cNvPr id="99" name="Google Shape;61;p9"/>
            <p:cNvPicPr/>
            <p:nvPr/>
          </p:nvPicPr>
          <p:blipFill>
            <a:blip r:embed="rId3"/>
            <a:stretch/>
          </p:blipFill>
          <p:spPr>
            <a:xfrm>
              <a:off x="270360" y="196560"/>
              <a:ext cx="8644680" cy="307800"/>
            </a:xfrm>
            <a:prstGeom prst="rect">
              <a:avLst/>
            </a:prstGeom>
            <a:noFill/>
            <a:ln w="0">
              <a:noFill/>
            </a:ln>
          </p:spPr>
        </p:pic>
      </p:grpSp>
      <p:sp>
        <p:nvSpPr>
          <p:cNvPr id="10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10" name="Google Shape;78;p13"/>
          <p:cNvPicPr/>
          <p:nvPr/>
        </p:nvPicPr>
        <p:blipFill>
          <a:blip r:embed="rId2"/>
          <a:stretch/>
        </p:blipFill>
        <p:spPr>
          <a:xfrm>
            <a:off x="84960" y="78480"/>
            <a:ext cx="8973720" cy="4924800"/>
          </a:xfrm>
          <a:prstGeom prst="rect">
            <a:avLst/>
          </a:prstGeom>
          <a:noFill/>
          <a:ln w="0">
            <a:noFill/>
          </a:ln>
        </p:spPr>
      </p:pic>
      <p:sp>
        <p:nvSpPr>
          <p:cNvPr id="11" name="PlaceHolder 1"/>
          <p:cNvSpPr>
            <a:spLocks noGrp="1"/>
          </p:cNvSpPr>
          <p:nvPr>
            <p:ph type="title"/>
          </p:nvPr>
        </p:nvSpPr>
        <p:spPr>
          <a:xfrm>
            <a:off x="342000" y="654840"/>
            <a:ext cx="8453160" cy="6019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2" name="PlaceHolder 2"/>
          <p:cNvSpPr>
            <a:spLocks noGrp="1"/>
          </p:cNvSpPr>
          <p:nvPr>
            <p:ph type="title"/>
          </p:nvPr>
        </p:nvSpPr>
        <p:spPr>
          <a:xfrm>
            <a:off x="342000" y="3849480"/>
            <a:ext cx="76500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3" name="PlaceHolder 3"/>
          <p:cNvSpPr>
            <a:spLocks noGrp="1"/>
          </p:cNvSpPr>
          <p:nvPr>
            <p:ph type="title"/>
          </p:nvPr>
        </p:nvSpPr>
        <p:spPr>
          <a:xfrm>
            <a:off x="342000" y="2560680"/>
            <a:ext cx="76500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4" name="PlaceHolder 4"/>
          <p:cNvSpPr>
            <a:spLocks noGrp="1"/>
          </p:cNvSpPr>
          <p:nvPr>
            <p:ph type="title"/>
          </p:nvPr>
        </p:nvSpPr>
        <p:spPr>
          <a:xfrm>
            <a:off x="342720" y="1916640"/>
            <a:ext cx="76392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5" name="PlaceHolder 5"/>
          <p:cNvSpPr>
            <a:spLocks noGrp="1"/>
          </p:cNvSpPr>
          <p:nvPr>
            <p:ph type="title"/>
          </p:nvPr>
        </p:nvSpPr>
        <p:spPr>
          <a:xfrm>
            <a:off x="342000" y="3205080"/>
            <a:ext cx="76500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6" name="PlaceHolder 6"/>
          <p:cNvSpPr>
            <a:spLocks noGrp="1"/>
          </p:cNvSpPr>
          <p:nvPr>
            <p:ph type="title"/>
          </p:nvPr>
        </p:nvSpPr>
        <p:spPr>
          <a:xfrm>
            <a:off x="3985920" y="25610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7" name="PlaceHolder 7"/>
          <p:cNvSpPr>
            <a:spLocks noGrp="1"/>
          </p:cNvSpPr>
          <p:nvPr>
            <p:ph type="title"/>
          </p:nvPr>
        </p:nvSpPr>
        <p:spPr>
          <a:xfrm>
            <a:off x="3985920" y="32054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8" name="PlaceHolder 8"/>
          <p:cNvSpPr>
            <a:spLocks noGrp="1"/>
          </p:cNvSpPr>
          <p:nvPr>
            <p:ph type="title"/>
          </p:nvPr>
        </p:nvSpPr>
        <p:spPr>
          <a:xfrm>
            <a:off x="3985920" y="38494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sp>
        <p:nvSpPr>
          <p:cNvPr id="19" name="PlaceHolder 9"/>
          <p:cNvSpPr>
            <a:spLocks noGrp="1"/>
          </p:cNvSpPr>
          <p:nvPr>
            <p:ph type="title"/>
          </p:nvPr>
        </p:nvSpPr>
        <p:spPr>
          <a:xfrm>
            <a:off x="3985920" y="19166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700" b="0" u="none" strike="noStrike">
                <a:solidFill>
                  <a:schemeClr val="dk2"/>
                </a:solidFill>
                <a:effectLst/>
                <a:uFillTx/>
                <a:latin typeface="VT323"/>
                <a:ea typeface="VT323"/>
              </a:rPr>
              <a:t>xx%</a:t>
            </a:r>
            <a:endParaRPr lang="fr-FR" sz="2700" b="0" u="none" strike="noStrike">
              <a:solidFill>
                <a:schemeClr val="dk1"/>
              </a:solidFill>
              <a:effectLst/>
              <a:uFillTx/>
              <a:latin typeface="Arial"/>
            </a:endParaRPr>
          </a:p>
        </p:txBody>
      </p:sp>
      <p:pic>
        <p:nvPicPr>
          <p:cNvPr id="20" name="Google Shape;96;p13"/>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21" name="Google Shape;98;p14"/>
          <p:cNvPicPr/>
          <p:nvPr/>
        </p:nvPicPr>
        <p:blipFill>
          <a:blip r:embed="rId2"/>
          <a:stretch/>
        </p:blipFill>
        <p:spPr>
          <a:xfrm>
            <a:off x="84960" y="78480"/>
            <a:ext cx="8973720" cy="4924800"/>
          </a:xfrm>
          <a:prstGeom prst="rect">
            <a:avLst/>
          </a:prstGeom>
          <a:noFill/>
          <a:ln w="0">
            <a:noFill/>
          </a:ln>
        </p:spPr>
      </p:pic>
      <p:sp>
        <p:nvSpPr>
          <p:cNvPr id="22" name="PlaceHolder 1"/>
          <p:cNvSpPr>
            <a:spLocks noGrp="1"/>
          </p:cNvSpPr>
          <p:nvPr>
            <p:ph type="title"/>
          </p:nvPr>
        </p:nvSpPr>
        <p:spPr>
          <a:xfrm>
            <a:off x="679320" y="794520"/>
            <a:ext cx="7866360" cy="69804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pic>
        <p:nvPicPr>
          <p:cNvPr id="23" name="Google Shape;101;p14"/>
          <p:cNvPicPr/>
          <p:nvPr/>
        </p:nvPicPr>
        <p:blipFill>
          <a:blip r:embed="rId3"/>
          <a:stretch/>
        </p:blipFill>
        <p:spPr>
          <a:xfrm>
            <a:off x="270360" y="196560"/>
            <a:ext cx="8644680" cy="307800"/>
          </a:xfrm>
          <a:prstGeom prst="rect">
            <a:avLst/>
          </a:prstGeom>
          <a:noFill/>
          <a:ln w="0">
            <a:noFill/>
          </a:ln>
        </p:spPr>
      </p:pic>
      <p:sp>
        <p:nvSpPr>
          <p:cNvPr id="2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5" name="Google Shape;103;p15"/>
          <p:cNvPicPr/>
          <p:nvPr/>
        </p:nvPicPr>
        <p:blipFill>
          <a:blip r:embed="rId2"/>
          <a:stretch/>
        </p:blipFill>
        <p:spPr>
          <a:xfrm>
            <a:off x="84960" y="78480"/>
            <a:ext cx="8973720" cy="4924800"/>
          </a:xfrm>
          <a:prstGeom prst="rect">
            <a:avLst/>
          </a:prstGeom>
          <a:noFill/>
          <a:ln w="0">
            <a:noFill/>
          </a:ln>
        </p:spPr>
      </p:pic>
      <p:sp>
        <p:nvSpPr>
          <p:cNvPr id="26" name="PlaceHolder 1"/>
          <p:cNvSpPr>
            <a:spLocks noGrp="1"/>
          </p:cNvSpPr>
          <p:nvPr>
            <p:ph type="title"/>
          </p:nvPr>
        </p:nvSpPr>
        <p:spPr>
          <a:xfrm>
            <a:off x="3789360" y="795960"/>
            <a:ext cx="4547520" cy="12553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27" name="PlaceHolder 2"/>
          <p:cNvSpPr>
            <a:spLocks noGrp="1"/>
          </p:cNvSpPr>
          <p:nvPr>
            <p:ph type="body"/>
          </p:nvPr>
        </p:nvSpPr>
        <p:spPr>
          <a:xfrm>
            <a:off x="3789360" y="2229480"/>
            <a:ext cx="4939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28" name="PlaceHolder 3"/>
          <p:cNvSpPr>
            <a:spLocks noGrp="1"/>
          </p:cNvSpPr>
          <p:nvPr>
            <p:ph type="body"/>
          </p:nvPr>
        </p:nvSpPr>
        <p:spPr>
          <a:xfrm>
            <a:off x="522360" y="1195200"/>
            <a:ext cx="2946960" cy="3341160"/>
          </a:xfrm>
          <a:prstGeom prst="rect">
            <a:avLst/>
          </a:prstGeom>
          <a:noFill/>
          <a:ln w="9360">
            <a:solidFill>
              <a:schemeClr val="dk2"/>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pic>
        <p:nvPicPr>
          <p:cNvPr id="29" name="Google Shape;107;p15"/>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30" name="Google Shape;109;p16"/>
          <p:cNvPicPr/>
          <p:nvPr/>
        </p:nvPicPr>
        <p:blipFill>
          <a:blip r:embed="rId2"/>
          <a:stretch/>
        </p:blipFill>
        <p:spPr>
          <a:xfrm>
            <a:off x="84960" y="78480"/>
            <a:ext cx="8973720" cy="4924800"/>
          </a:xfrm>
          <a:prstGeom prst="rect">
            <a:avLst/>
          </a:prstGeom>
          <a:noFill/>
          <a:ln w="0">
            <a:noFill/>
          </a:ln>
        </p:spPr>
      </p:pic>
      <p:sp>
        <p:nvSpPr>
          <p:cNvPr id="31" name="PlaceHolder 1"/>
          <p:cNvSpPr>
            <a:spLocks noGrp="1"/>
          </p:cNvSpPr>
          <p:nvPr>
            <p:ph type="title"/>
          </p:nvPr>
        </p:nvSpPr>
        <p:spPr>
          <a:xfrm>
            <a:off x="342000" y="689760"/>
            <a:ext cx="846000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pic>
        <p:nvPicPr>
          <p:cNvPr id="32" name="Google Shape;111;p16"/>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37" name="Google Shape;118;p18"/>
          <p:cNvPicPr/>
          <p:nvPr/>
        </p:nvPicPr>
        <p:blipFill>
          <a:blip r:embed="rId2"/>
          <a:stretch/>
        </p:blipFill>
        <p:spPr>
          <a:xfrm>
            <a:off x="84960" y="78480"/>
            <a:ext cx="8973720" cy="4924800"/>
          </a:xfrm>
          <a:prstGeom prst="rect">
            <a:avLst/>
          </a:prstGeom>
          <a:noFill/>
          <a:ln w="0">
            <a:noFill/>
          </a:ln>
        </p:spPr>
      </p:pic>
      <p:sp>
        <p:nvSpPr>
          <p:cNvPr id="38" name="PlaceHolder 1"/>
          <p:cNvSpPr>
            <a:spLocks noGrp="1"/>
          </p:cNvSpPr>
          <p:nvPr>
            <p:ph type="title"/>
          </p:nvPr>
        </p:nvSpPr>
        <p:spPr>
          <a:xfrm>
            <a:off x="3144600" y="1706400"/>
            <a:ext cx="69840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2"/>
                </a:solidFill>
                <a:effectLst/>
                <a:uFillTx/>
                <a:latin typeface="VT323"/>
                <a:ea typeface="VT323"/>
              </a:rPr>
              <a:t>xx%</a:t>
            </a:r>
            <a:endParaRPr lang="fr-FR" sz="2300" b="0" u="none" strike="noStrike">
              <a:solidFill>
                <a:schemeClr val="dk1"/>
              </a:solidFill>
              <a:effectLst/>
              <a:uFillTx/>
              <a:latin typeface="Arial"/>
            </a:endParaRPr>
          </a:p>
        </p:txBody>
      </p:sp>
      <p:sp>
        <p:nvSpPr>
          <p:cNvPr id="39" name="PlaceHolder 2"/>
          <p:cNvSpPr>
            <a:spLocks noGrp="1"/>
          </p:cNvSpPr>
          <p:nvPr>
            <p:ph type="title"/>
          </p:nvPr>
        </p:nvSpPr>
        <p:spPr>
          <a:xfrm>
            <a:off x="342000" y="1706400"/>
            <a:ext cx="69732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2"/>
                </a:solidFill>
                <a:effectLst/>
                <a:uFillTx/>
                <a:latin typeface="VT323"/>
                <a:ea typeface="VT323"/>
              </a:rPr>
              <a:t>xx%</a:t>
            </a:r>
            <a:endParaRPr lang="fr-FR" sz="2300" b="0" u="none" strike="noStrike">
              <a:solidFill>
                <a:schemeClr val="dk1"/>
              </a:solidFill>
              <a:effectLst/>
              <a:uFillTx/>
              <a:latin typeface="Arial"/>
            </a:endParaRPr>
          </a:p>
        </p:txBody>
      </p:sp>
      <p:sp>
        <p:nvSpPr>
          <p:cNvPr id="40" name="PlaceHolder 3"/>
          <p:cNvSpPr>
            <a:spLocks noGrp="1"/>
          </p:cNvSpPr>
          <p:nvPr>
            <p:ph type="title"/>
          </p:nvPr>
        </p:nvSpPr>
        <p:spPr>
          <a:xfrm>
            <a:off x="5948280" y="1706400"/>
            <a:ext cx="69840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2"/>
                </a:solidFill>
                <a:effectLst/>
                <a:uFillTx/>
                <a:latin typeface="VT323"/>
                <a:ea typeface="VT323"/>
              </a:rPr>
              <a:t>xx%</a:t>
            </a:r>
            <a:endParaRPr lang="fr-FR" sz="2300" b="0" u="none" strike="noStrike">
              <a:solidFill>
                <a:schemeClr val="dk1"/>
              </a:solidFill>
              <a:effectLst/>
              <a:uFillTx/>
              <a:latin typeface="Arial"/>
            </a:endParaRPr>
          </a:p>
        </p:txBody>
      </p:sp>
      <p:sp>
        <p:nvSpPr>
          <p:cNvPr id="41" name="PlaceHolder 4"/>
          <p:cNvSpPr>
            <a:spLocks noGrp="1"/>
          </p:cNvSpPr>
          <p:nvPr>
            <p:ph type="title"/>
          </p:nvPr>
        </p:nvSpPr>
        <p:spPr>
          <a:xfrm>
            <a:off x="342000" y="654840"/>
            <a:ext cx="8249400" cy="60228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pic>
        <p:nvPicPr>
          <p:cNvPr id="42" name="Google Shape;126;p18"/>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43" name="Google Shape;128;p19"/>
          <p:cNvPicPr/>
          <p:nvPr/>
        </p:nvPicPr>
        <p:blipFill>
          <a:blip r:embed="rId2"/>
          <a:stretch/>
        </p:blipFill>
        <p:spPr>
          <a:xfrm>
            <a:off x="84960" y="78480"/>
            <a:ext cx="8973720" cy="4924800"/>
          </a:xfrm>
          <a:prstGeom prst="rect">
            <a:avLst/>
          </a:prstGeom>
          <a:noFill/>
          <a:ln w="0">
            <a:noFill/>
          </a:ln>
        </p:spPr>
      </p:pic>
      <p:sp>
        <p:nvSpPr>
          <p:cNvPr id="44" name="PlaceHolder 1"/>
          <p:cNvSpPr>
            <a:spLocks noGrp="1"/>
          </p:cNvSpPr>
          <p:nvPr>
            <p:ph type="title"/>
          </p:nvPr>
        </p:nvSpPr>
        <p:spPr>
          <a:xfrm>
            <a:off x="342000" y="654840"/>
            <a:ext cx="7703640" cy="6019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45" name="PlaceHolder 2"/>
          <p:cNvSpPr>
            <a:spLocks noGrp="1"/>
          </p:cNvSpPr>
          <p:nvPr>
            <p:ph type="title"/>
          </p:nvPr>
        </p:nvSpPr>
        <p:spPr>
          <a:xfrm>
            <a:off x="6132600" y="3071520"/>
            <a:ext cx="257436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sp>
        <p:nvSpPr>
          <p:cNvPr id="46" name="PlaceHolder 3"/>
          <p:cNvSpPr>
            <a:spLocks noGrp="1"/>
          </p:cNvSpPr>
          <p:nvPr>
            <p:ph type="title"/>
          </p:nvPr>
        </p:nvSpPr>
        <p:spPr>
          <a:xfrm>
            <a:off x="6132600" y="1677240"/>
            <a:ext cx="257436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sp>
        <p:nvSpPr>
          <p:cNvPr id="47" name="PlaceHolder 4"/>
          <p:cNvSpPr>
            <a:spLocks noGrp="1"/>
          </p:cNvSpPr>
          <p:nvPr>
            <p:ph type="title"/>
          </p:nvPr>
        </p:nvSpPr>
        <p:spPr>
          <a:xfrm>
            <a:off x="3240000" y="1677600"/>
            <a:ext cx="257436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sp>
        <p:nvSpPr>
          <p:cNvPr id="48" name="PlaceHolder 5"/>
          <p:cNvSpPr>
            <a:spLocks noGrp="1"/>
          </p:cNvSpPr>
          <p:nvPr>
            <p:ph type="title"/>
          </p:nvPr>
        </p:nvSpPr>
        <p:spPr>
          <a:xfrm>
            <a:off x="3237840" y="3071520"/>
            <a:ext cx="257904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sp>
        <p:nvSpPr>
          <p:cNvPr id="49" name="PlaceHolder 6"/>
          <p:cNvSpPr>
            <a:spLocks noGrp="1"/>
          </p:cNvSpPr>
          <p:nvPr>
            <p:ph type="title"/>
          </p:nvPr>
        </p:nvSpPr>
        <p:spPr>
          <a:xfrm>
            <a:off x="342720" y="1677240"/>
            <a:ext cx="257904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sp>
        <p:nvSpPr>
          <p:cNvPr id="50" name="PlaceHolder 7"/>
          <p:cNvSpPr>
            <a:spLocks noGrp="1"/>
          </p:cNvSpPr>
          <p:nvPr>
            <p:ph type="title"/>
          </p:nvPr>
        </p:nvSpPr>
        <p:spPr>
          <a:xfrm>
            <a:off x="342720" y="3071520"/>
            <a:ext cx="2579040" cy="310320"/>
          </a:xfrm>
          <a:prstGeom prst="rect">
            <a:avLst/>
          </a:prstGeom>
          <a:noFill/>
          <a:ln w="0">
            <a:noFill/>
          </a:ln>
        </p:spPr>
        <p:txBody>
          <a:bodyPr lIns="91440" tIns="91440" rIns="91440" bIns="91440" anchor="ctr">
            <a:noAutofit/>
          </a:bodyPr>
          <a:lstStyle/>
          <a:p>
            <a:pPr indent="0">
              <a:lnSpc>
                <a:spcPct val="100000"/>
              </a:lnSpc>
              <a:buNone/>
            </a:pPr>
            <a:r>
              <a:rPr lang="fr-FR" sz="2300" b="0" u="none" strike="noStrike">
                <a:solidFill>
                  <a:schemeClr val="dk1"/>
                </a:solidFill>
                <a:effectLst/>
                <a:uFillTx/>
                <a:latin typeface="VT323"/>
                <a:ea typeface="VT323"/>
              </a:rPr>
              <a:t>xx%</a:t>
            </a:r>
            <a:endParaRPr lang="fr-FR" sz="2300" b="0" u="none" strike="noStrike">
              <a:solidFill>
                <a:schemeClr val="dk1"/>
              </a:solidFill>
              <a:effectLst/>
              <a:uFillTx/>
              <a:latin typeface="Arial"/>
            </a:endParaRPr>
          </a:p>
        </p:txBody>
      </p:sp>
      <p:pic>
        <p:nvPicPr>
          <p:cNvPr id="51" name="Google Shape;142;p19"/>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79" name="Google Shape;33;p5"/>
          <p:cNvPicPr/>
          <p:nvPr/>
        </p:nvPicPr>
        <p:blipFill>
          <a:blip r:embed="rId2"/>
          <a:stretch/>
        </p:blipFill>
        <p:spPr>
          <a:xfrm>
            <a:off x="84960" y="78480"/>
            <a:ext cx="8973720" cy="4924800"/>
          </a:xfrm>
          <a:prstGeom prst="rect">
            <a:avLst/>
          </a:prstGeom>
          <a:noFill/>
          <a:ln w="0">
            <a:noFill/>
          </a:ln>
        </p:spPr>
      </p:pic>
      <p:sp>
        <p:nvSpPr>
          <p:cNvPr id="80" name="PlaceHolder 1"/>
          <p:cNvSpPr>
            <a:spLocks noGrp="1"/>
          </p:cNvSpPr>
          <p:nvPr>
            <p:ph type="title"/>
          </p:nvPr>
        </p:nvSpPr>
        <p:spPr>
          <a:xfrm>
            <a:off x="342000" y="654840"/>
            <a:ext cx="8573400" cy="6019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pic>
        <p:nvPicPr>
          <p:cNvPr id="81" name="Google Shape;39;p5"/>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pic>
        <p:nvPicPr>
          <p:cNvPr id="101" name="Google Shape;66;p10"/>
          <p:cNvPicPr/>
          <p:nvPr/>
        </p:nvPicPr>
        <p:blipFill>
          <a:blip r:embed="rId2"/>
          <a:stretch/>
        </p:blipFill>
        <p:spPr>
          <a:xfrm>
            <a:off x="84960" y="78480"/>
            <a:ext cx="8973720" cy="4924800"/>
          </a:xfrm>
          <a:prstGeom prst="rect">
            <a:avLst/>
          </a:prstGeom>
          <a:noFill/>
          <a:ln w="0">
            <a:noFill/>
          </a:ln>
        </p:spPr>
      </p:pic>
      <p:sp>
        <p:nvSpPr>
          <p:cNvPr id="102" name="PlaceHolder 1"/>
          <p:cNvSpPr>
            <a:spLocks noGrp="1"/>
          </p:cNvSpPr>
          <p:nvPr>
            <p:ph type="body"/>
          </p:nvPr>
        </p:nvSpPr>
        <p:spPr>
          <a:xfrm>
            <a:off x="191520" y="686160"/>
            <a:ext cx="8757720" cy="4129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03" name="PlaceHolder 2"/>
          <p:cNvSpPr>
            <a:spLocks noGrp="1"/>
          </p:cNvSpPr>
          <p:nvPr>
            <p:ph type="title"/>
          </p:nvPr>
        </p:nvSpPr>
        <p:spPr>
          <a:xfrm>
            <a:off x="6584040" y="3792960"/>
            <a:ext cx="2003760" cy="694080"/>
          </a:xfrm>
          <a:prstGeom prst="rect">
            <a:avLst/>
          </a:prstGeom>
          <a:solidFill>
            <a:schemeClr val="lt1"/>
          </a:solidFill>
          <a:ln w="0">
            <a:noFill/>
          </a:ln>
        </p:spPr>
        <p:txBody>
          <a:bodyPr lIns="91440" tIns="91440" rIns="91440" bIns="91440" anchor="t">
            <a:noAutofit/>
          </a:bodyPr>
          <a:lstStyle/>
          <a:p>
            <a:pPr indent="0">
              <a:buNone/>
            </a:pPr>
            <a:r>
              <a:rPr lang="fr-FR" sz="1500" b="0" u="none" strike="noStrike">
                <a:solidFill>
                  <a:schemeClr val="dk1"/>
                </a:solidFill>
                <a:effectLst/>
                <a:uFillTx/>
                <a:latin typeface="Arial"/>
              </a:rPr>
              <a:t>Click to edit the title text format</a:t>
            </a:r>
          </a:p>
        </p:txBody>
      </p:sp>
      <p:pic>
        <p:nvPicPr>
          <p:cNvPr id="104" name="Google Shape;69;p10"/>
          <p:cNvPicPr/>
          <p:nvPr/>
        </p:nvPicPr>
        <p:blipFill>
          <a:blip r:embed="rId3"/>
          <a:stretch/>
        </p:blipFill>
        <p:spPr>
          <a:xfrm>
            <a:off x="270360" y="196560"/>
            <a:ext cx="8644680" cy="307800"/>
          </a:xfrm>
          <a:prstGeom prst="rect">
            <a:avLst/>
          </a:prstGeom>
          <a:noFill/>
          <a:ln w="0">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05" name="Google Shape;169;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07" name="Google Shape;172;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0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Google Shape;179;p28"/>
          <p:cNvPicPr/>
          <p:nvPr/>
        </p:nvPicPr>
        <p:blipFill>
          <a:blip r:embed="rId2"/>
          <a:srcRect l="31656" t="9673" r="9488"/>
          <a:stretch/>
        </p:blipFill>
        <p:spPr>
          <a:xfrm>
            <a:off x="5805360" y="1317240"/>
            <a:ext cx="2831400" cy="2647800"/>
          </a:xfrm>
          <a:prstGeom prst="rect">
            <a:avLst/>
          </a:prstGeom>
          <a:noFill/>
          <a:ln w="19050">
            <a:solidFill>
              <a:srgbClr val="707070"/>
            </a:solidFill>
            <a:round/>
          </a:ln>
        </p:spPr>
      </p:pic>
      <p:sp>
        <p:nvSpPr>
          <p:cNvPr id="111" name="PlaceHolder 1"/>
          <p:cNvSpPr>
            <a:spLocks noGrp="1"/>
          </p:cNvSpPr>
          <p:nvPr>
            <p:ph type="title"/>
          </p:nvPr>
        </p:nvSpPr>
        <p:spPr>
          <a:xfrm>
            <a:off x="609480" y="847800"/>
            <a:ext cx="5057280" cy="24667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5600" b="0" u="none" strike="noStrike">
                <a:solidFill>
                  <a:schemeClr val="dk1"/>
                </a:solidFill>
                <a:effectLst/>
                <a:uFillTx/>
                <a:latin typeface="VT323"/>
                <a:ea typeface="VT323"/>
              </a:rPr>
              <a:t>Global YouTube Statistics Analysis</a:t>
            </a:r>
            <a:endParaRPr lang="fr-FR" sz="5600" b="0" u="none" strike="noStrike">
              <a:solidFill>
                <a:schemeClr val="dk1"/>
              </a:solidFill>
              <a:effectLst/>
              <a:uFillTx/>
              <a:latin typeface="Arial"/>
            </a:endParaRPr>
          </a:p>
        </p:txBody>
      </p:sp>
      <p:sp>
        <p:nvSpPr>
          <p:cNvPr id="112" name="PlaceHolder 2"/>
          <p:cNvSpPr>
            <a:spLocks noGrp="1"/>
          </p:cNvSpPr>
          <p:nvPr>
            <p:ph type="subTitle"/>
          </p:nvPr>
        </p:nvSpPr>
        <p:spPr>
          <a:xfrm>
            <a:off x="609480" y="3362400"/>
            <a:ext cx="4352400" cy="402524"/>
          </a:xfrm>
          <a:prstGeom prst="rect">
            <a:avLst/>
          </a:prstGeom>
          <a:noFill/>
          <a:ln w="0">
            <a:noFill/>
          </a:ln>
        </p:spPr>
        <p:txBody>
          <a:bodyPr lIns="91440" tIns="91440" rIns="91440" bIns="91440" anchor="t">
            <a:normAutofit/>
          </a:bodyPr>
          <a:lstStyle/>
          <a:p>
            <a:pPr indent="0" algn="ctr">
              <a:buNone/>
            </a:pPr>
            <a:r>
              <a:rPr lang="en-US" sz="1400" b="0" u="none" strike="noStrike" dirty="0" err="1">
                <a:solidFill>
                  <a:schemeClr val="dk1"/>
                </a:solidFill>
                <a:effectLst/>
                <a:uFillTx/>
                <a:latin typeface="Roboto Mono"/>
                <a:ea typeface="Roboto Mono"/>
              </a:rPr>
              <a:t>Finlatics</a:t>
            </a:r>
            <a:r>
              <a:rPr lang="en-US" sz="1400" b="0" u="none" strike="noStrike" dirty="0">
                <a:solidFill>
                  <a:schemeClr val="dk1"/>
                </a:solidFill>
                <a:effectLst/>
                <a:uFillTx/>
                <a:latin typeface="Roboto Mono"/>
                <a:ea typeface="Roboto Mono"/>
              </a:rPr>
              <a:t> Data Science </a:t>
            </a:r>
          </a:p>
        </p:txBody>
      </p:sp>
      <p:sp>
        <p:nvSpPr>
          <p:cNvPr id="113" name="Google Shape;182;p28"/>
          <p:cNvSpPr/>
          <p:nvPr/>
        </p:nvSpPr>
        <p:spPr>
          <a:xfrm>
            <a:off x="438120" y="209520"/>
            <a:ext cx="4476240" cy="2462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600" dirty="0">
                <a:solidFill>
                  <a:schemeClr val="dk1"/>
                </a:solidFill>
                <a:latin typeface="Arial"/>
              </a:rPr>
              <a:t>S.K2304</a:t>
            </a:r>
            <a:endParaRPr lang="en-US" sz="1600"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Google Shape;249;p31"/>
          <p:cNvPicPr/>
          <p:nvPr/>
        </p:nvPicPr>
        <p:blipFill>
          <a:blip r:embed="rId2"/>
          <a:srcRect l="20603" r="20610"/>
          <a:stretch/>
        </p:blipFill>
        <p:spPr>
          <a:xfrm>
            <a:off x="522360" y="1195200"/>
            <a:ext cx="2946960" cy="3341160"/>
          </a:xfrm>
          <a:prstGeom prst="rect">
            <a:avLst/>
          </a:prstGeom>
          <a:noFill/>
          <a:ln w="9525">
            <a:solidFill>
              <a:srgbClr val="707070"/>
            </a:solidFill>
            <a:round/>
          </a:ln>
        </p:spPr>
      </p:pic>
      <p:sp>
        <p:nvSpPr>
          <p:cNvPr id="115" name="PlaceHolder 1"/>
          <p:cNvSpPr>
            <a:spLocks noGrp="1"/>
          </p:cNvSpPr>
          <p:nvPr>
            <p:ph type="title"/>
          </p:nvPr>
        </p:nvSpPr>
        <p:spPr>
          <a:xfrm>
            <a:off x="3790800" y="800280"/>
            <a:ext cx="4543200" cy="594931"/>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200" b="0" u="none" strike="noStrike" dirty="0">
                <a:solidFill>
                  <a:schemeClr val="dk1"/>
                </a:solidFill>
                <a:effectLst/>
                <a:uFillTx/>
                <a:latin typeface="VT323"/>
                <a:ea typeface="VT323"/>
              </a:rPr>
              <a:t>Introduction</a:t>
            </a:r>
            <a:endParaRPr lang="fr-FR" sz="3200" b="0" u="none" strike="noStrike" dirty="0">
              <a:solidFill>
                <a:schemeClr val="dk1"/>
              </a:solidFill>
              <a:effectLst/>
              <a:uFillTx/>
              <a:latin typeface="Arial"/>
            </a:endParaRPr>
          </a:p>
        </p:txBody>
      </p:sp>
      <p:sp>
        <p:nvSpPr>
          <p:cNvPr id="116" name="PlaceHolder 2"/>
          <p:cNvSpPr>
            <a:spLocks noGrp="1"/>
          </p:cNvSpPr>
          <p:nvPr>
            <p:ph/>
          </p:nvPr>
        </p:nvSpPr>
        <p:spPr>
          <a:xfrm>
            <a:off x="3790800" y="1322232"/>
            <a:ext cx="4943160" cy="3417193"/>
          </a:xfrm>
          <a:prstGeom prst="rect">
            <a:avLst/>
          </a:prstGeom>
          <a:noFill/>
          <a:ln w="0">
            <a:noFill/>
          </a:ln>
        </p:spPr>
        <p:txBody>
          <a:bodyPr lIns="91440" tIns="91440" rIns="91440" bIns="91440" anchor="t">
            <a:normAutofit fontScale="25000" lnSpcReduction="20000"/>
          </a:bodyPr>
          <a:lstStyle/>
          <a:p>
            <a:pPr algn="ctr">
              <a:lnSpc>
                <a:spcPct val="120000"/>
              </a:lnSpc>
            </a:pPr>
            <a:r>
              <a:rPr lang="en-US" sz="4000" dirty="0">
                <a:latin typeface="Aptos" panose="020B0004020202020204" pitchFamily="34" charset="0"/>
                <a:ea typeface="Verdana" panose="020B0604030504040204" pitchFamily="34" charset="0"/>
              </a:rPr>
              <a:t>This project marks my journey into the world of data science through the lens of one of the most dynamic digital platforms — YouTube.</a:t>
            </a:r>
          </a:p>
          <a:p>
            <a:pPr algn="ctr">
              <a:lnSpc>
                <a:spcPct val="120000"/>
              </a:lnSpc>
            </a:pPr>
            <a:endParaRPr lang="en-US" sz="4000" dirty="0">
              <a:latin typeface="Aptos" panose="020B0004020202020204" pitchFamily="34" charset="0"/>
              <a:ea typeface="Verdana" panose="020B0604030504040204" pitchFamily="34" charset="0"/>
            </a:endParaRPr>
          </a:p>
          <a:p>
            <a:pPr algn="ctr">
              <a:lnSpc>
                <a:spcPct val="120000"/>
              </a:lnSpc>
            </a:pPr>
            <a:r>
              <a:rPr lang="en-US" sz="4000" dirty="0">
                <a:latin typeface="Aptos" panose="020B0004020202020204" pitchFamily="34" charset="0"/>
                <a:ea typeface="Verdana" panose="020B0604030504040204" pitchFamily="34" charset="0"/>
              </a:rPr>
              <a:t>Working with a real-world dataset of nearly 1,000 YouTube channels, I had the opportunity to practice essential data science skills, including:</a:t>
            </a:r>
          </a:p>
          <a:p>
            <a:pPr algn="ctr">
              <a:lnSpc>
                <a:spcPct val="120000"/>
              </a:lnSpc>
            </a:pPr>
            <a:endParaRPr lang="en-US" sz="4000" dirty="0">
              <a:latin typeface="Aptos" panose="020B0004020202020204" pitchFamily="34" charset="0"/>
              <a:ea typeface="Verdana" panose="020B0604030504040204" pitchFamily="34" charset="0"/>
            </a:endParaRPr>
          </a:p>
          <a:p>
            <a:pPr algn="ctr">
              <a:lnSpc>
                <a:spcPct val="120000"/>
              </a:lnSpc>
            </a:pPr>
            <a:r>
              <a:rPr lang="en-US" sz="4000" b="1" dirty="0">
                <a:latin typeface="Aptos" panose="020B0004020202020204" pitchFamily="34" charset="0"/>
                <a:ea typeface="Verdana" panose="020B0604030504040204" pitchFamily="34" charset="0"/>
              </a:rPr>
              <a:t>Data cleaning and preprocessing</a:t>
            </a:r>
          </a:p>
          <a:p>
            <a:pPr algn="ctr">
              <a:lnSpc>
                <a:spcPct val="120000"/>
              </a:lnSpc>
            </a:pPr>
            <a:endParaRPr lang="en-US" sz="4000" dirty="0">
              <a:latin typeface="Aptos" panose="020B0004020202020204" pitchFamily="34" charset="0"/>
              <a:ea typeface="Verdana" panose="020B0604030504040204" pitchFamily="34" charset="0"/>
            </a:endParaRPr>
          </a:p>
          <a:p>
            <a:pPr algn="ctr">
              <a:lnSpc>
                <a:spcPct val="120000"/>
              </a:lnSpc>
            </a:pPr>
            <a:r>
              <a:rPr lang="en-US" sz="4000" b="1" dirty="0">
                <a:latin typeface="Aptos" panose="020B0004020202020204" pitchFamily="34" charset="0"/>
                <a:ea typeface="Verdana" panose="020B0604030504040204" pitchFamily="34" charset="0"/>
              </a:rPr>
              <a:t>Exploratory Data Analysis (EDA)</a:t>
            </a:r>
            <a:endParaRPr lang="en-US" sz="4000" dirty="0">
              <a:latin typeface="Aptos" panose="020B0004020202020204" pitchFamily="34" charset="0"/>
              <a:ea typeface="Verdana" panose="020B0604030504040204" pitchFamily="34" charset="0"/>
            </a:endParaRPr>
          </a:p>
          <a:p>
            <a:pPr algn="ctr">
              <a:lnSpc>
                <a:spcPct val="120000"/>
              </a:lnSpc>
            </a:pPr>
            <a:endParaRPr lang="en-US" sz="4000" b="1" dirty="0">
              <a:latin typeface="Aptos" panose="020B0004020202020204" pitchFamily="34" charset="0"/>
              <a:ea typeface="Verdana" panose="020B0604030504040204" pitchFamily="34" charset="0"/>
            </a:endParaRPr>
          </a:p>
          <a:p>
            <a:pPr algn="ctr">
              <a:lnSpc>
                <a:spcPct val="120000"/>
              </a:lnSpc>
            </a:pPr>
            <a:r>
              <a:rPr lang="en-US" sz="4000" b="1" dirty="0">
                <a:latin typeface="Aptos" panose="020B0004020202020204" pitchFamily="34" charset="0"/>
                <a:ea typeface="Verdana" panose="020B0604030504040204" pitchFamily="34" charset="0"/>
              </a:rPr>
              <a:t>Data visualization</a:t>
            </a:r>
          </a:p>
          <a:p>
            <a:pPr algn="ctr">
              <a:lnSpc>
                <a:spcPct val="120000"/>
              </a:lnSpc>
            </a:pPr>
            <a:endParaRPr lang="en-US" sz="4000" b="1" dirty="0">
              <a:latin typeface="Aptos" panose="020B0004020202020204" pitchFamily="34" charset="0"/>
              <a:ea typeface="Verdana" panose="020B0604030504040204" pitchFamily="34" charset="0"/>
            </a:endParaRPr>
          </a:p>
          <a:p>
            <a:pPr algn="ctr">
              <a:lnSpc>
                <a:spcPct val="120000"/>
              </a:lnSpc>
            </a:pPr>
            <a:endParaRPr lang="en-US" sz="4000" dirty="0">
              <a:latin typeface="Aptos" panose="020B0004020202020204" pitchFamily="34" charset="0"/>
              <a:ea typeface="Verdana" panose="020B0604030504040204" pitchFamily="34" charset="0"/>
            </a:endParaRPr>
          </a:p>
          <a:p>
            <a:pPr algn="ctr">
              <a:lnSpc>
                <a:spcPct val="120000"/>
              </a:lnSpc>
            </a:pPr>
            <a:r>
              <a:rPr lang="en-US" sz="4000" dirty="0">
                <a:latin typeface="Aptos" panose="020B0004020202020204" pitchFamily="34" charset="0"/>
                <a:ea typeface="Verdana" panose="020B0604030504040204" pitchFamily="34" charset="0"/>
              </a:rPr>
              <a:t>Drawing meaningful </a:t>
            </a:r>
            <a:r>
              <a:rPr lang="en-US" sz="4000" b="1" dirty="0">
                <a:latin typeface="Aptos" panose="020B0004020202020204" pitchFamily="34" charset="0"/>
                <a:ea typeface="Verdana" panose="020B0604030504040204" pitchFamily="34" charset="0"/>
              </a:rPr>
              <a:t>insights</a:t>
            </a:r>
            <a:r>
              <a:rPr lang="en-US" sz="4000" dirty="0">
                <a:latin typeface="Aptos" panose="020B0004020202020204" pitchFamily="34" charset="0"/>
                <a:ea typeface="Verdana" panose="020B0604030504040204" pitchFamily="34" charset="0"/>
              </a:rPr>
              <a:t> from patterns in large datasets</a:t>
            </a:r>
          </a:p>
          <a:p>
            <a:pPr algn="ctr">
              <a:lnSpc>
                <a:spcPct val="120000"/>
              </a:lnSpc>
            </a:pPr>
            <a:r>
              <a:rPr lang="en-US" sz="4000" dirty="0">
                <a:latin typeface="Aptos" panose="020B0004020202020204" pitchFamily="34" charset="0"/>
                <a:ea typeface="Verdana" panose="020B0604030504040204" pitchFamily="34" charset="0"/>
              </a:rPr>
              <a:t>The goal was not only to uncover interesting trends within YouTube data, but</a:t>
            </a:r>
          </a:p>
          <a:p>
            <a:pPr algn="ctr">
              <a:lnSpc>
                <a:spcPct val="120000"/>
              </a:lnSpc>
            </a:pPr>
            <a:r>
              <a:rPr lang="en-US" sz="4000" dirty="0">
                <a:latin typeface="Aptos" panose="020B0004020202020204" pitchFamily="34" charset="0"/>
                <a:ea typeface="Verdana" panose="020B0604030504040204" pitchFamily="34" charset="0"/>
              </a:rPr>
              <a:t>more importantly, to develop an analytical mindset — one that asks the right</a:t>
            </a:r>
          </a:p>
          <a:p>
            <a:pPr algn="ctr">
              <a:lnSpc>
                <a:spcPct val="120000"/>
              </a:lnSpc>
            </a:pPr>
            <a:r>
              <a:rPr lang="en-US" sz="4000" dirty="0">
                <a:latin typeface="Aptos" panose="020B0004020202020204" pitchFamily="34" charset="0"/>
                <a:ea typeface="Verdana" panose="020B0604030504040204" pitchFamily="34" charset="0"/>
              </a:rPr>
              <a:t>questions, interprets results critically, and communicates findings clearly.</a:t>
            </a:r>
          </a:p>
          <a:p>
            <a:pPr algn="ctr">
              <a:lnSpc>
                <a:spcPct val="120000"/>
              </a:lnSpc>
            </a:pPr>
            <a:endParaRPr lang="en-US" sz="4000" dirty="0">
              <a:latin typeface="Aptos" panose="020B0004020202020204" pitchFamily="34" charset="0"/>
              <a:ea typeface="Verdana" panose="020B0604030504040204" pitchFamily="34" charset="0"/>
            </a:endParaRPr>
          </a:p>
          <a:p>
            <a:pPr algn="ctr">
              <a:lnSpc>
                <a:spcPct val="120000"/>
              </a:lnSpc>
            </a:pPr>
            <a:r>
              <a:rPr lang="en-US" sz="4000" dirty="0">
                <a:latin typeface="Aptos" panose="020B0004020202020204" pitchFamily="34" charset="0"/>
                <a:ea typeface="Verdana" panose="020B0604030504040204" pitchFamily="34" charset="0"/>
              </a:rPr>
              <a:t>Throughout this project, I learned how to work with messy data, how to structure an investigation, and how to translate numbers into visual stories. This presentation walks through that process and highlights what I discovered along the way.</a:t>
            </a:r>
          </a:p>
          <a:p>
            <a:pPr indent="0">
              <a:lnSpc>
                <a:spcPct val="100000"/>
              </a:lnSpc>
              <a:buNone/>
              <a:tabLst>
                <a:tab pos="0" algn="l"/>
              </a:tabLst>
            </a:pPr>
            <a:endParaRPr lang="fr-FR" sz="1400" b="0" u="none" strike="noStrike" spc="300" dirty="0">
              <a:solidFill>
                <a:srgbClr val="000000"/>
              </a:solidFill>
              <a:effectLst/>
              <a:uFillTx/>
              <a:latin typeface="Arial"/>
            </a:endParaRPr>
          </a:p>
        </p:txBody>
      </p:sp>
      <p:grpSp>
        <p:nvGrpSpPr>
          <p:cNvPr id="117" name="Google Shape;252;p31"/>
          <p:cNvGrpSpPr/>
          <p:nvPr/>
        </p:nvGrpSpPr>
        <p:grpSpPr>
          <a:xfrm>
            <a:off x="511200" y="947160"/>
            <a:ext cx="2970720" cy="265320"/>
            <a:chOff x="511200" y="947160"/>
            <a:chExt cx="2970720" cy="265320"/>
          </a:xfrm>
        </p:grpSpPr>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0E52761-2C13-240B-EEAA-D0607ECAEECB}"/>
              </a:ext>
            </a:extLst>
          </p:cNvPr>
          <p:cNvSpPr>
            <a:spLocks noGrp="1"/>
          </p:cNvSpPr>
          <p:nvPr>
            <p:ph type="body"/>
          </p:nvPr>
        </p:nvSpPr>
        <p:spPr>
          <a:xfrm>
            <a:off x="360435" y="1433514"/>
            <a:ext cx="8088240" cy="3319462"/>
          </a:xfrm>
        </p:spPr>
        <p:txBody>
          <a:bodyPr>
            <a:normAutofit fontScale="92500" lnSpcReduction="20000"/>
          </a:bodyPr>
          <a:lstStyle/>
          <a:p>
            <a:pPr marL="0" indent="0">
              <a:buNone/>
            </a:pPr>
            <a:r>
              <a:rPr lang="en-US" sz="1600" dirty="0"/>
              <a:t>Before beginning the analysis, I performed thorough data preprocessing to ensure the accuracy and consistency of results. </a:t>
            </a:r>
          </a:p>
          <a:p>
            <a:r>
              <a:rPr lang="en-US" sz="1600" dirty="0"/>
              <a:t>Missing values in key categorical columns such as </a:t>
            </a:r>
            <a:r>
              <a:rPr lang="en-US" sz="1600" i="1" dirty="0"/>
              <a:t>Category</a:t>
            </a:r>
            <a:r>
              <a:rPr lang="en-US" sz="1600" dirty="0"/>
              <a:t>, </a:t>
            </a:r>
            <a:r>
              <a:rPr lang="en-US" sz="1600" i="1" dirty="0"/>
              <a:t>Channel Type</a:t>
            </a:r>
            <a:r>
              <a:rPr lang="en-US" sz="1600" dirty="0"/>
              <a:t>, and </a:t>
            </a:r>
            <a:r>
              <a:rPr lang="en-US" sz="1600" i="1" dirty="0"/>
              <a:t>Country</a:t>
            </a:r>
            <a:r>
              <a:rPr lang="en-US" sz="1600" dirty="0"/>
              <a:t> were filled using the most frequently occurring values (mode) to retain dominant and meaningful classifications. </a:t>
            </a:r>
          </a:p>
          <a:p>
            <a:r>
              <a:rPr lang="en-US" sz="1600" dirty="0"/>
              <a:t>I converted date-related columns into proper datetime format and extracted new time-based features such as the </a:t>
            </a:r>
            <a:r>
              <a:rPr lang="en-US" sz="1600" i="1" dirty="0"/>
              <a:t>Month of Channel Creation</a:t>
            </a:r>
            <a:r>
              <a:rPr lang="en-US" sz="1600" dirty="0"/>
              <a:t> and </a:t>
            </a:r>
            <a:r>
              <a:rPr lang="en-US" sz="1600" i="1" dirty="0"/>
              <a:t>Channel Age in Months</a:t>
            </a:r>
            <a:r>
              <a:rPr lang="en-US" sz="1600" dirty="0"/>
              <a:t>, which enabled more insightful temporal analysis.</a:t>
            </a:r>
          </a:p>
          <a:p>
            <a:r>
              <a:rPr lang="en-US" sz="1600" dirty="0"/>
              <a:t> I also created new features, including </a:t>
            </a:r>
            <a:r>
              <a:rPr lang="en-US" sz="1600" i="1" dirty="0"/>
              <a:t>Average Monthly Earnings</a:t>
            </a:r>
            <a:r>
              <a:rPr lang="en-US" sz="1600" dirty="0"/>
              <a:t>—calculated as the mean of the estimated earning range—and </a:t>
            </a:r>
            <a:r>
              <a:rPr lang="en-US" sz="1600" i="1" dirty="0"/>
              <a:t>Subscribers per Month</a:t>
            </a:r>
            <a:r>
              <a:rPr lang="en-US" sz="1600" dirty="0"/>
              <a:t>, which normalized subscriber growth based on how long each channel has existed. </a:t>
            </a:r>
          </a:p>
          <a:p>
            <a:r>
              <a:rPr lang="en-US" sz="1600" dirty="0"/>
              <a:t>Aggregated metrics such as averages and totals were computed across categories and countries to enable meaningful comparisons. </a:t>
            </a:r>
          </a:p>
          <a:p>
            <a:pPr marL="0" indent="0">
              <a:buNone/>
            </a:pPr>
            <a:r>
              <a:rPr lang="en-US" sz="1600" dirty="0"/>
              <a:t>These steps laid the groundwork for clean, interpretable visualizations and allowed for robust correlation analysis and pattern discovery across various aspects of the dataset.</a:t>
            </a:r>
            <a:endParaRPr lang="en-IN" sz="1600" dirty="0"/>
          </a:p>
        </p:txBody>
      </p:sp>
      <p:sp>
        <p:nvSpPr>
          <p:cNvPr id="19" name="PlaceHolder 1">
            <a:extLst>
              <a:ext uri="{FF2B5EF4-FFF2-40B4-BE49-F238E27FC236}">
                <a16:creationId xmlns:a16="http://schemas.microsoft.com/office/drawing/2014/main" id="{BA148506-FFDD-D0E0-8301-1E8FA70D86E1}"/>
              </a:ext>
            </a:extLst>
          </p:cNvPr>
          <p:cNvSpPr>
            <a:spLocks noGrp="1"/>
          </p:cNvSpPr>
          <p:nvPr>
            <p:ph type="title"/>
          </p:nvPr>
        </p:nvSpPr>
        <p:spPr>
          <a:xfrm>
            <a:off x="360435" y="795518"/>
            <a:ext cx="4543200" cy="594931"/>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200" dirty="0">
                <a:solidFill>
                  <a:schemeClr val="dk1"/>
                </a:solidFill>
                <a:latin typeface="VT323"/>
              </a:rPr>
              <a:t>Data Pre-processing</a:t>
            </a:r>
            <a:endParaRPr lang="fr-FR" sz="3200" b="0" u="none" strike="noStrike" dirty="0">
              <a:solidFill>
                <a:schemeClr val="dk1"/>
              </a:solidFill>
              <a:effectLst/>
              <a:uFillTx/>
              <a:latin typeface="Arial"/>
            </a:endParaRPr>
          </a:p>
        </p:txBody>
      </p:sp>
    </p:spTree>
    <p:extLst>
      <p:ext uri="{BB962C8B-B14F-4D97-AF65-F5344CB8AC3E}">
        <p14:creationId xmlns:p14="http://schemas.microsoft.com/office/powerpoint/2010/main" val="1915790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04507-91CF-E7A1-A2C1-A24CB03EDD94}"/>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15DB9C45-C5BA-EC8E-D116-D440F2C8CFEC}"/>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20" name="PlaceHolder 2">
            <a:extLst>
              <a:ext uri="{FF2B5EF4-FFF2-40B4-BE49-F238E27FC236}">
                <a16:creationId xmlns:a16="http://schemas.microsoft.com/office/drawing/2014/main" id="{49B72DB6-9018-294A-0476-C00DFC2475AF}"/>
              </a:ext>
            </a:extLst>
          </p:cNvPr>
          <p:cNvSpPr>
            <a:spLocks noGrp="1"/>
          </p:cNvSpPr>
          <p:nvPr>
            <p:ph type="title"/>
          </p:nvPr>
        </p:nvSpPr>
        <p:spPr>
          <a:xfrm>
            <a:off x="1562040" y="1197735"/>
            <a:ext cx="3752279" cy="2716905"/>
          </a:xfrm>
          <a:prstGeom prst="rect">
            <a:avLst/>
          </a:prstGeom>
          <a:noFill/>
          <a:ln w="0">
            <a:noFill/>
          </a:ln>
        </p:spPr>
        <p:txBody>
          <a:bodyPr lIns="91440" tIns="91440" rIns="91440" bIns="91440" anchor="ctr">
            <a:normAutofit/>
          </a:bodyPr>
          <a:lstStyle/>
          <a:p>
            <a:pPr>
              <a:lnSpc>
                <a:spcPct val="100000"/>
              </a:lnSpc>
              <a:tabLst>
                <a:tab pos="0" algn="l"/>
              </a:tabLst>
            </a:pPr>
            <a:r>
              <a:rPr lang="en-US" sz="2700" dirty="0"/>
              <a:t>What are the top 10 YouTube channels based on the number of subscribers?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869B0A08-DC5C-EFBD-6310-E3A514049D89}"/>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01</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DF68F056-191C-EBFD-3F75-E001D0F833EF}"/>
              </a:ext>
            </a:extLst>
          </p:cNvPr>
          <p:cNvGrpSpPr/>
          <p:nvPr/>
        </p:nvGrpSpPr>
        <p:grpSpPr>
          <a:xfrm>
            <a:off x="6386760" y="947160"/>
            <a:ext cx="2107080" cy="265320"/>
            <a:chOff x="6386760" y="947160"/>
            <a:chExt cx="2107080" cy="265320"/>
          </a:xfrm>
        </p:grpSpPr>
      </p:grpSp>
      <p:sp>
        <p:nvSpPr>
          <p:cNvPr id="3" name="TextBox 2">
            <a:extLst>
              <a:ext uri="{FF2B5EF4-FFF2-40B4-BE49-F238E27FC236}">
                <a16:creationId xmlns:a16="http://schemas.microsoft.com/office/drawing/2014/main" id="{0419EAC7-D736-3F12-C8A2-0026A8320BA0}"/>
              </a:ext>
            </a:extLst>
          </p:cNvPr>
          <p:cNvSpPr txBox="1"/>
          <p:nvPr/>
        </p:nvSpPr>
        <p:spPr>
          <a:xfrm>
            <a:off x="3426608" y="3857624"/>
            <a:ext cx="4848224" cy="830997"/>
          </a:xfrm>
          <a:prstGeom prst="rect">
            <a:avLst/>
          </a:prstGeom>
          <a:noFill/>
        </p:spPr>
        <p:txBody>
          <a:bodyPr wrap="square" rtlCol="0">
            <a:spAutoFit/>
          </a:bodyPr>
          <a:lstStyle/>
          <a:p>
            <a:r>
              <a:rPr lang="en-US" sz="1200" dirty="0"/>
              <a:t>To answer this, I sorted the dataset in descending order based on the number of subscribers and selected the top 10 entries. This approach ensures that we identify the most followed YouTube creators globally.</a:t>
            </a:r>
            <a:endParaRPr lang="en-IN" sz="1200" dirty="0"/>
          </a:p>
        </p:txBody>
      </p:sp>
    </p:spTree>
    <p:extLst>
      <p:ext uri="{BB962C8B-B14F-4D97-AF65-F5344CB8AC3E}">
        <p14:creationId xmlns:p14="http://schemas.microsoft.com/office/powerpoint/2010/main" val="379852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oogle Shape;252;p31"/>
          <p:cNvGrpSpPr/>
          <p:nvPr/>
        </p:nvGrpSpPr>
        <p:grpSpPr>
          <a:xfrm>
            <a:off x="511200" y="947160"/>
            <a:ext cx="2970720" cy="265320"/>
            <a:chOff x="511200" y="947160"/>
            <a:chExt cx="2970720" cy="265320"/>
          </a:xfrm>
        </p:grpSpPr>
      </p:grpSp>
      <p:pic>
        <p:nvPicPr>
          <p:cNvPr id="5" name="Picture 4">
            <a:extLst>
              <a:ext uri="{FF2B5EF4-FFF2-40B4-BE49-F238E27FC236}">
                <a16:creationId xmlns:a16="http://schemas.microsoft.com/office/drawing/2014/main" id="{67DF916D-65EB-6C31-D5B1-E22C05321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406" y="721216"/>
            <a:ext cx="8650309" cy="40740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24FF-0CB2-6186-9CE7-CAC2FFEAC649}"/>
              </a:ext>
            </a:extLst>
          </p:cNvPr>
          <p:cNvSpPr>
            <a:spLocks noGrp="1"/>
          </p:cNvSpPr>
          <p:nvPr>
            <p:ph type="title"/>
          </p:nvPr>
        </p:nvSpPr>
        <p:spPr>
          <a:xfrm>
            <a:off x="523875" y="1881187"/>
            <a:ext cx="8258175" cy="2776537"/>
          </a:xfrm>
        </p:spPr>
        <p:txBody>
          <a:bodyPr/>
          <a:lstStyle/>
          <a:p>
            <a:pPr algn="ctr"/>
            <a:r>
              <a:rPr lang="en-US" sz="1800" dirty="0"/>
              <a:t>Visualizing the results through a horizontal bar chart provided a clear comparison between subscriber counts. The analysis revealed a significant gap between the top few creators and the rest, indicating a highly skewed distribution where a small number of channels dominate audience attention. This insight sets the stage for understanding content dominance and popularity concentration in the YouTube ecosystem.</a:t>
            </a:r>
            <a:br>
              <a:rPr lang="en-US" dirty="0"/>
            </a:br>
            <a:endParaRPr lang="en-IN" dirty="0"/>
          </a:p>
        </p:txBody>
      </p:sp>
      <p:sp>
        <p:nvSpPr>
          <p:cNvPr id="3" name="TextBox 2">
            <a:extLst>
              <a:ext uri="{FF2B5EF4-FFF2-40B4-BE49-F238E27FC236}">
                <a16:creationId xmlns:a16="http://schemas.microsoft.com/office/drawing/2014/main" id="{D7C1096F-6E12-9E3A-2C98-5591702D5556}"/>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Tree>
    <p:extLst>
      <p:ext uri="{BB962C8B-B14F-4D97-AF65-F5344CB8AC3E}">
        <p14:creationId xmlns:p14="http://schemas.microsoft.com/office/powerpoint/2010/main" val="2701023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Google Shape;259;p32"/>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p:cNvSpPr>
            <a:spLocks noGrp="1"/>
          </p:cNvSpPr>
          <p:nvPr>
            <p:ph type="subTitle"/>
          </p:nvPr>
        </p:nvSpPr>
        <p:spPr>
          <a:xfrm>
            <a:off x="3291149" y="3940398"/>
            <a:ext cx="5171760" cy="666360"/>
          </a:xfrm>
          <a:prstGeom prst="rect">
            <a:avLst/>
          </a:prstGeom>
          <a:noFill/>
          <a:ln w="0">
            <a:noFill/>
          </a:ln>
        </p:spPr>
        <p:txBody>
          <a:bodyPr lIns="91440" tIns="91440" rIns="91440" bIns="91440" anchor="t">
            <a:normAutofit fontScale="77500" lnSpcReduction="20000"/>
          </a:bodyPr>
          <a:lstStyle/>
          <a:p>
            <a:pPr algn="ctr"/>
            <a:r>
              <a:rPr lang="en-US" sz="1400" dirty="0"/>
              <a:t>To explore this, I grouped the data by channel category and calculated the average number of subscribers within each group. This allowed for a fair comparison across content types, regardless of how many channels existed in each category.</a:t>
            </a:r>
            <a:endParaRPr lang="en-US" sz="1400" b="0" u="none" strike="noStrike" dirty="0">
              <a:solidFill>
                <a:schemeClr val="dk1"/>
              </a:solidFill>
              <a:effectLst/>
              <a:uFillTx/>
              <a:latin typeface="Roboto Mono"/>
              <a:ea typeface="Roboto Mono"/>
            </a:endParaRPr>
          </a:p>
        </p:txBody>
      </p:sp>
      <p:sp>
        <p:nvSpPr>
          <p:cNvPr id="120" name="PlaceHolder 2"/>
          <p:cNvSpPr>
            <a:spLocks noGrp="1"/>
          </p:cNvSpPr>
          <p:nvPr>
            <p:ph type="title"/>
          </p:nvPr>
        </p:nvSpPr>
        <p:spPr>
          <a:xfrm>
            <a:off x="1857240" y="1533600"/>
            <a:ext cx="3457080" cy="1523520"/>
          </a:xfrm>
          <a:prstGeom prst="rect">
            <a:avLst/>
          </a:prstGeom>
          <a:noFill/>
          <a:ln w="0">
            <a:noFill/>
          </a:ln>
        </p:spPr>
        <p:txBody>
          <a:bodyPr lIns="91440" tIns="91440" rIns="91440" bIns="91440" anchor="ctr">
            <a:normAutofit/>
          </a:bodyPr>
          <a:lstStyle/>
          <a:p>
            <a:pPr>
              <a:lnSpc>
                <a:spcPct val="100000"/>
              </a:lnSpc>
              <a:tabLst>
                <a:tab pos="0" algn="l"/>
              </a:tabLst>
            </a:pPr>
            <a:r>
              <a:rPr lang="en-US" sz="2400" dirty="0"/>
              <a:t>Which category has the highest average number of subscribers?</a:t>
            </a:r>
            <a:endParaRPr lang="fr-FR" sz="2400" b="0" u="none" strike="noStrike" dirty="0">
              <a:solidFill>
                <a:schemeClr val="dk1"/>
              </a:solidFill>
              <a:effectLst/>
              <a:uFillTx/>
              <a:latin typeface="Arial"/>
            </a:endParaRPr>
          </a:p>
        </p:txBody>
      </p:sp>
      <p:sp>
        <p:nvSpPr>
          <p:cNvPr id="121" name="PlaceHolder 3"/>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02</a:t>
            </a:r>
            <a:endParaRPr lang="fr-FR" sz="5000" b="0" u="none" strike="noStrike" dirty="0">
              <a:solidFill>
                <a:schemeClr val="dk1"/>
              </a:solidFill>
              <a:effectLst/>
              <a:uFillTx/>
              <a:latin typeface="Arial"/>
            </a:endParaRPr>
          </a:p>
        </p:txBody>
      </p:sp>
      <p:grpSp>
        <p:nvGrpSpPr>
          <p:cNvPr id="122" name="Google Shape;263;p32"/>
          <p:cNvGrpSpPr/>
          <p:nvPr/>
        </p:nvGrpSpPr>
        <p:grpSpPr>
          <a:xfrm>
            <a:off x="6386760" y="947160"/>
            <a:ext cx="2107080" cy="265320"/>
            <a:chOff x="6386760" y="947160"/>
            <a:chExt cx="2107080" cy="265320"/>
          </a:xfrm>
        </p:grpSpPr>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B0F22-BCB8-EB60-A3B9-83F54CCFBDBF}"/>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BC00C2CE-35B5-3E7C-ED01-8C3B4107D08B}"/>
              </a:ext>
            </a:extLst>
          </p:cNvPr>
          <p:cNvGrpSpPr/>
          <p:nvPr/>
        </p:nvGrpSpPr>
        <p:grpSpPr>
          <a:xfrm>
            <a:off x="511200" y="947160"/>
            <a:ext cx="2970720" cy="265320"/>
            <a:chOff x="511200" y="947160"/>
            <a:chExt cx="2970720" cy="265320"/>
          </a:xfrm>
        </p:grpSpPr>
      </p:grpSp>
      <p:pic>
        <p:nvPicPr>
          <p:cNvPr id="7" name="Picture 6">
            <a:extLst>
              <a:ext uri="{FF2B5EF4-FFF2-40B4-BE49-F238E27FC236}">
                <a16:creationId xmlns:a16="http://schemas.microsoft.com/office/drawing/2014/main" id="{5FC36D4D-A1FA-2533-B07A-939C048EE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336" y="764146"/>
            <a:ext cx="8474298" cy="4013516"/>
          </a:xfrm>
          <a:prstGeom prst="rect">
            <a:avLst/>
          </a:prstGeom>
        </p:spPr>
      </p:pic>
    </p:spTree>
    <p:extLst>
      <p:ext uri="{BB962C8B-B14F-4D97-AF65-F5344CB8AC3E}">
        <p14:creationId xmlns:p14="http://schemas.microsoft.com/office/powerpoint/2010/main" val="1861935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F6E2A-5886-27BA-D262-9C9872618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58163-637C-89AF-5CAE-239E39B6C93C}"/>
              </a:ext>
            </a:extLst>
          </p:cNvPr>
          <p:cNvSpPr>
            <a:spLocks noGrp="1"/>
          </p:cNvSpPr>
          <p:nvPr>
            <p:ph type="title"/>
          </p:nvPr>
        </p:nvSpPr>
        <p:spPr>
          <a:xfrm>
            <a:off x="523875" y="1657351"/>
            <a:ext cx="8258175" cy="1928812"/>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5E96CD38-E8B5-50CF-7C34-ACEC7AAB47A2}"/>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0414CF70-0642-D4BD-53E2-433AA0F132AF}"/>
              </a:ext>
            </a:extLst>
          </p:cNvPr>
          <p:cNvSpPr txBox="1"/>
          <p:nvPr/>
        </p:nvSpPr>
        <p:spPr>
          <a:xfrm>
            <a:off x="259916" y="1423988"/>
            <a:ext cx="8391525" cy="3416320"/>
          </a:xfrm>
          <a:prstGeom prst="rect">
            <a:avLst/>
          </a:prstGeom>
          <a:noFill/>
        </p:spPr>
        <p:txBody>
          <a:bodyPr wrap="square" rtlCol="0">
            <a:spAutoFit/>
          </a:bodyPr>
          <a:lstStyle/>
          <a:p>
            <a:pPr algn="ctr"/>
            <a:r>
              <a:rPr lang="en-US" dirty="0"/>
              <a:t>By visualizing these averages in a bar plot, the analysis highlighted which content areas tend to attract the largest audiences on average. The results showed that certain categories—such as music or entertainment—consistently pull higher subscriber counts, suggesting broader appeal or more consistent viewer engagement. </a:t>
            </a:r>
          </a:p>
          <a:p>
            <a:pPr algn="ctr"/>
            <a:r>
              <a:rPr lang="en-US" dirty="0"/>
              <a:t>Interestingly, </a:t>
            </a:r>
            <a:r>
              <a:rPr lang="en-US" b="1" dirty="0"/>
              <a:t>Education</a:t>
            </a:r>
            <a:r>
              <a:rPr lang="en-US" dirty="0"/>
              <a:t> and </a:t>
            </a:r>
            <a:r>
              <a:rPr lang="en-US" b="1" dirty="0"/>
              <a:t>Non-Profit</a:t>
            </a:r>
            <a:r>
              <a:rPr lang="en-US" dirty="0"/>
              <a:t> channels also showed notable subscriber averages. This reflects a growing trend in online learning and digital activism, particularly in recent years, where educational content has seen an explosive rise in engagement—likely accelerated by global shifts toward remote learning and knowledge sharing.</a:t>
            </a:r>
          </a:p>
          <a:p>
            <a:pPr algn="ctr"/>
            <a:r>
              <a:rPr lang="en-US" dirty="0"/>
              <a:t>This insight is valuable for understanding audience preferences and the kinds of content that scale well on YouTube.</a:t>
            </a:r>
            <a:endParaRPr lang="en-IN" dirty="0"/>
          </a:p>
        </p:txBody>
      </p:sp>
    </p:spTree>
    <p:extLst>
      <p:ext uri="{BB962C8B-B14F-4D97-AF65-F5344CB8AC3E}">
        <p14:creationId xmlns:p14="http://schemas.microsoft.com/office/powerpoint/2010/main" val="2944895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E6B7E-C205-51B3-5CBB-5E603CA2DC75}"/>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7ECE101F-5C98-5026-119C-6A489DC46614}"/>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3F2B8211-5340-37E9-B583-B53068EDB42F}"/>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70000" lnSpcReduction="20000"/>
          </a:bodyPr>
          <a:lstStyle/>
          <a:p>
            <a:pPr algn="ctr"/>
            <a:r>
              <a:rPr lang="en-US" sz="1400" dirty="0"/>
              <a:t>To answer this, I grouped the data by channel category and computed the </a:t>
            </a:r>
            <a:r>
              <a:rPr lang="en-US" sz="1400" b="1" dirty="0"/>
              <a:t>average number of video uploads</a:t>
            </a:r>
            <a:r>
              <a:rPr lang="en-US" sz="1400" dirty="0"/>
              <a:t> per category. This provided insight into the content production behavior of creators in different niches. The goal was to understand which categories tend to have higher or lower content output on average</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6AB8D5BD-28BD-F00F-E813-7E20CF56979F}"/>
              </a:ext>
            </a:extLst>
          </p:cNvPr>
          <p:cNvSpPr>
            <a:spLocks noGrp="1"/>
          </p:cNvSpPr>
          <p:nvPr>
            <p:ph type="title"/>
          </p:nvPr>
        </p:nvSpPr>
        <p:spPr>
          <a:xfrm>
            <a:off x="1857240" y="1533600"/>
            <a:ext cx="3457080" cy="1523520"/>
          </a:xfrm>
          <a:prstGeom prst="rect">
            <a:avLst/>
          </a:prstGeom>
          <a:noFill/>
          <a:ln w="0">
            <a:noFill/>
          </a:ln>
        </p:spPr>
        <p:txBody>
          <a:bodyPr lIns="91440" tIns="91440" rIns="91440" bIns="91440" anchor="ctr">
            <a:noAutofit/>
          </a:bodyPr>
          <a:lstStyle/>
          <a:p>
            <a:pPr>
              <a:lnSpc>
                <a:spcPct val="100000"/>
              </a:lnSpc>
              <a:tabLst>
                <a:tab pos="0" algn="l"/>
              </a:tabLst>
            </a:pPr>
            <a:r>
              <a:rPr lang="en-US" sz="2400" dirty="0"/>
              <a:t>How many videos, on average, are uploaded by YouTube channels in each category?</a:t>
            </a:r>
            <a:endParaRPr lang="fr-FR" sz="24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180FD12F-4953-8754-9755-EE9BFE8769D0}"/>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03</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8F4207EE-F2D6-3334-C40E-8971E5E36697}"/>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805784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80A2D-9B07-3D91-FCE8-33472CA23383}"/>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0A6ED508-0FC4-1081-D2C2-335EA6C7F0A4}"/>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7415757A-2336-B398-382C-C9D6655C8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820" y="686873"/>
            <a:ext cx="8658895" cy="4090789"/>
          </a:xfrm>
          <a:prstGeom prst="rect">
            <a:avLst/>
          </a:prstGeom>
        </p:spPr>
      </p:pic>
    </p:spTree>
    <p:extLst>
      <p:ext uri="{BB962C8B-B14F-4D97-AF65-F5344CB8AC3E}">
        <p14:creationId xmlns:p14="http://schemas.microsoft.com/office/powerpoint/2010/main" val="3612339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5D39E-0E59-4D19-B746-FFFDC1B7F2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F2D8E7-8974-7687-5A82-9F5E2E86A40C}"/>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5" name="TextBox 4">
            <a:extLst>
              <a:ext uri="{FF2B5EF4-FFF2-40B4-BE49-F238E27FC236}">
                <a16:creationId xmlns:a16="http://schemas.microsoft.com/office/drawing/2014/main" id="{75E45272-20BD-FB77-8494-8B7F06A5E791}"/>
              </a:ext>
            </a:extLst>
          </p:cNvPr>
          <p:cNvSpPr txBox="1"/>
          <p:nvPr/>
        </p:nvSpPr>
        <p:spPr>
          <a:xfrm>
            <a:off x="286110" y="1576387"/>
            <a:ext cx="8339137" cy="3139321"/>
          </a:xfrm>
          <a:prstGeom prst="rect">
            <a:avLst/>
          </a:prstGeom>
          <a:noFill/>
        </p:spPr>
        <p:txBody>
          <a:bodyPr wrap="square" rtlCol="0">
            <a:spAutoFit/>
          </a:bodyPr>
          <a:lstStyle/>
          <a:p>
            <a:pPr algn="ctr"/>
            <a:r>
              <a:rPr lang="en-US" dirty="0"/>
              <a:t>The analysis revealed some interesting and perhaps unexpected trends. </a:t>
            </a:r>
            <a:r>
              <a:rPr lang="en-US" b="1" dirty="0"/>
              <a:t>News &amp; Politics</a:t>
            </a:r>
            <a:r>
              <a:rPr lang="en-US" dirty="0"/>
              <a:t> ranked first in terms of average uploads, likely due to the fast-paced, constantly evolving nature of the news cycle. This was followed by </a:t>
            </a:r>
            <a:r>
              <a:rPr lang="en-US" b="1" dirty="0"/>
              <a:t>Non-Profit &amp; Activism</a:t>
            </a:r>
            <a:r>
              <a:rPr lang="en-US" dirty="0"/>
              <a:t>, which suggests that such channels are actively creating content to raise awareness and engage their audiences. </a:t>
            </a:r>
            <a:r>
              <a:rPr lang="en-US" b="1" dirty="0"/>
              <a:t>Shows</a:t>
            </a:r>
            <a:r>
              <a:rPr lang="en-US" dirty="0"/>
              <a:t> and </a:t>
            </a:r>
            <a:r>
              <a:rPr lang="en-US" b="1" dirty="0"/>
              <a:t>Sports</a:t>
            </a:r>
            <a:r>
              <a:rPr lang="en-US" dirty="0"/>
              <a:t> also ranked high, reflecting the episodic or event-based structure of their content, which naturally supports frequent uploads but falls far short of News and Non-Profit.</a:t>
            </a:r>
          </a:p>
          <a:p>
            <a:pPr algn="ctr"/>
            <a:r>
              <a:rPr lang="en-US" dirty="0"/>
              <a:t>These findings highlight how the demands of a content niche influence publishing behavior, with high-frequency categories typically tied to current events, advocacy, or serialized formats.</a:t>
            </a:r>
          </a:p>
          <a:p>
            <a:endParaRPr lang="en-IN" dirty="0"/>
          </a:p>
        </p:txBody>
      </p:sp>
    </p:spTree>
    <p:extLst>
      <p:ext uri="{BB962C8B-B14F-4D97-AF65-F5344CB8AC3E}">
        <p14:creationId xmlns:p14="http://schemas.microsoft.com/office/powerpoint/2010/main" val="2074129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DDB4-CAFD-5A2B-BD76-FB1B4F12BC92}"/>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8BC6E061-838C-1D58-1BDE-EE3DCC03BCD4}"/>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ED863292-EA4D-8FEF-AACB-622FF2113C04}"/>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77500" lnSpcReduction="20000"/>
          </a:bodyPr>
          <a:lstStyle/>
          <a:p>
            <a:pPr algn="ctr"/>
            <a:r>
              <a:rPr lang="en-US" sz="1400" dirty="0"/>
              <a:t>To identify the top countries dominating the YouTube space, I analyzed the frequency of channels by country using a simple </a:t>
            </a:r>
            <a:r>
              <a:rPr lang="en-US" sz="1400" b="1" dirty="0"/>
              <a:t>value count</a:t>
            </a:r>
            <a:r>
              <a:rPr lang="en-US" sz="1400" dirty="0"/>
              <a:t> approach on the “Country” column. This allowed me to rank nations based on how many YouTube channels are associated with them.</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48B65D61-5E7A-6BC8-A976-69728E28459E}"/>
              </a:ext>
            </a:extLst>
          </p:cNvPr>
          <p:cNvSpPr>
            <a:spLocks noGrp="1"/>
          </p:cNvSpPr>
          <p:nvPr>
            <p:ph type="title"/>
          </p:nvPr>
        </p:nvSpPr>
        <p:spPr>
          <a:xfrm>
            <a:off x="1857240" y="1533600"/>
            <a:ext cx="3457080" cy="1523520"/>
          </a:xfrm>
          <a:prstGeom prst="rect">
            <a:avLst/>
          </a:prstGeom>
          <a:noFill/>
          <a:ln w="0">
            <a:noFill/>
          </a:ln>
        </p:spPr>
        <p:txBody>
          <a:bodyPr lIns="91440" tIns="91440" rIns="91440" bIns="91440" anchor="ctr">
            <a:noAutofit/>
          </a:bodyPr>
          <a:lstStyle/>
          <a:p>
            <a:pPr>
              <a:lnSpc>
                <a:spcPct val="100000"/>
              </a:lnSpc>
              <a:tabLst>
                <a:tab pos="0" algn="l"/>
              </a:tabLst>
            </a:pPr>
            <a:r>
              <a:rPr lang="en-US" sz="2400" dirty="0"/>
              <a:t>What are the top 5 countries with the highest number of YouTube channels?</a:t>
            </a:r>
            <a:endParaRPr lang="fr-FR" sz="24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12676E4C-83AE-86AC-2F91-A2030B7CA9B1}"/>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04</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EEE5D507-889C-DBA9-12B5-C9976FB877D7}"/>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4129652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92F71-0729-97AA-6842-568F3EC7EB8E}"/>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CAFE72C3-A126-4899-DFA2-1D738B43965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A0D23FAF-F7AB-6BC8-32B4-6620D7715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48" y="699752"/>
            <a:ext cx="8654603" cy="4078310"/>
          </a:xfrm>
          <a:prstGeom prst="rect">
            <a:avLst/>
          </a:prstGeom>
        </p:spPr>
      </p:pic>
    </p:spTree>
    <p:extLst>
      <p:ext uri="{BB962C8B-B14F-4D97-AF65-F5344CB8AC3E}">
        <p14:creationId xmlns:p14="http://schemas.microsoft.com/office/powerpoint/2010/main" val="3416530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70F47-6966-2115-7556-E48CA24DB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056E8-A929-4503-8669-3B1769DE1F19}"/>
              </a:ext>
            </a:extLst>
          </p:cNvPr>
          <p:cNvSpPr>
            <a:spLocks noGrp="1"/>
          </p:cNvSpPr>
          <p:nvPr>
            <p:ph type="title"/>
          </p:nvPr>
        </p:nvSpPr>
        <p:spPr>
          <a:xfrm>
            <a:off x="523875" y="1547813"/>
            <a:ext cx="8258175" cy="3109911"/>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E9892C09-E870-676E-DBC2-194F5311CEA7}"/>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02681B60-0C2A-E748-27A7-597D643D768C}"/>
              </a:ext>
            </a:extLst>
          </p:cNvPr>
          <p:cNvSpPr txBox="1"/>
          <p:nvPr/>
        </p:nvSpPr>
        <p:spPr>
          <a:xfrm>
            <a:off x="361950" y="1747838"/>
            <a:ext cx="8334375" cy="2308324"/>
          </a:xfrm>
          <a:prstGeom prst="rect">
            <a:avLst/>
          </a:prstGeom>
          <a:noFill/>
        </p:spPr>
        <p:txBody>
          <a:bodyPr wrap="square" rtlCol="0">
            <a:spAutoFit/>
          </a:bodyPr>
          <a:lstStyle/>
          <a:p>
            <a:pPr algn="ctr"/>
            <a:r>
              <a:rPr lang="en-US" dirty="0"/>
              <a:t>The results revealed that the </a:t>
            </a:r>
            <a:r>
              <a:rPr lang="en-US" b="1" dirty="0"/>
              <a:t>United States</a:t>
            </a:r>
            <a:r>
              <a:rPr lang="en-US" dirty="0"/>
              <a:t> leads by a large margin, followed by </a:t>
            </a:r>
            <a:r>
              <a:rPr lang="en-US" b="1" dirty="0"/>
              <a:t>India</a:t>
            </a:r>
            <a:r>
              <a:rPr lang="en-US" dirty="0"/>
              <a:t>, </a:t>
            </a:r>
            <a:r>
              <a:rPr lang="en-US" b="1" dirty="0"/>
              <a:t>Brazil</a:t>
            </a:r>
            <a:r>
              <a:rPr lang="en-US" dirty="0"/>
              <a:t>, </a:t>
            </a:r>
            <a:r>
              <a:rPr lang="en-US" b="1" dirty="0"/>
              <a:t>United Kingdom</a:t>
            </a:r>
            <a:r>
              <a:rPr lang="en-US" dirty="0"/>
              <a:t>, and </a:t>
            </a:r>
            <a:r>
              <a:rPr lang="en-US" b="1" dirty="0"/>
              <a:t>Mexico</a:t>
            </a:r>
            <a:r>
              <a:rPr lang="en-US" dirty="0"/>
              <a:t>. These countries not only have large populations but also widespread internet access and strong digital media ecosystems, contributing to high content creation activity.</a:t>
            </a:r>
          </a:p>
          <a:p>
            <a:pPr algn="ctr"/>
            <a:r>
              <a:rPr lang="en-US" dirty="0"/>
              <a:t>This distribution underscores the global nature of YouTube while also highlighting how socioeconomic factors like internet penetration, digital literacy, and media culture shape platform participation across regions.</a:t>
            </a:r>
          </a:p>
          <a:p>
            <a:endParaRPr lang="en-IN" dirty="0"/>
          </a:p>
        </p:txBody>
      </p:sp>
    </p:spTree>
    <p:extLst>
      <p:ext uri="{BB962C8B-B14F-4D97-AF65-F5344CB8AC3E}">
        <p14:creationId xmlns:p14="http://schemas.microsoft.com/office/powerpoint/2010/main" val="847272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1ECF0-A6AF-435B-148A-D17A84676FFA}"/>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887A3DE1-70B1-95BE-03CE-EE5223B1AFE2}"/>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DAE13387-76EE-6B90-714E-734297F72B95}"/>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77500" lnSpcReduction="20000"/>
          </a:bodyPr>
          <a:lstStyle/>
          <a:p>
            <a:pPr algn="ctr"/>
            <a:r>
              <a:rPr lang="en-US" sz="1400" dirty="0"/>
              <a:t>To explore how YouTube channel types vary across content categories, I created a </a:t>
            </a:r>
            <a:r>
              <a:rPr lang="en-US" sz="1400" b="1" dirty="0"/>
              <a:t>stacked bar chart</a:t>
            </a:r>
            <a:r>
              <a:rPr lang="en-US" sz="1400" dirty="0"/>
              <a:t> showing the count of channels by type within each category. This allowed for visual comparison of both the </a:t>
            </a:r>
            <a:r>
              <a:rPr lang="en-US" sz="1400" b="1" dirty="0"/>
              <a:t>volume</a:t>
            </a:r>
            <a:r>
              <a:rPr lang="en-US" sz="1400" dirty="0"/>
              <a:t> and </a:t>
            </a:r>
            <a:r>
              <a:rPr lang="en-US" sz="1400" b="1" dirty="0"/>
              <a:t>diversity</a:t>
            </a:r>
            <a:r>
              <a:rPr lang="en-US" sz="1400" dirty="0"/>
              <a:t> of channel types.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521A4411-573E-9D62-63D7-152B510733F4}"/>
              </a:ext>
            </a:extLst>
          </p:cNvPr>
          <p:cNvSpPr>
            <a:spLocks noGrp="1"/>
          </p:cNvSpPr>
          <p:nvPr>
            <p:ph type="title"/>
          </p:nvPr>
        </p:nvSpPr>
        <p:spPr>
          <a:xfrm>
            <a:off x="1857240" y="1533600"/>
            <a:ext cx="3457080" cy="1523520"/>
          </a:xfrm>
          <a:prstGeom prst="rect">
            <a:avLst/>
          </a:prstGeom>
          <a:noFill/>
          <a:ln w="0">
            <a:noFill/>
          </a:ln>
        </p:spPr>
        <p:txBody>
          <a:bodyPr lIns="91440" tIns="91440" rIns="91440" bIns="91440" anchor="ctr">
            <a:normAutofit/>
          </a:bodyPr>
          <a:lstStyle/>
          <a:p>
            <a:pPr>
              <a:lnSpc>
                <a:spcPct val="100000"/>
              </a:lnSpc>
              <a:tabLst>
                <a:tab pos="0" algn="l"/>
              </a:tabLst>
            </a:pPr>
            <a:r>
              <a:rPr lang="en-US" sz="2400" dirty="0"/>
              <a:t>What is the distribution of channel types across different categories?</a:t>
            </a:r>
            <a:endParaRPr lang="fr-FR" sz="24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9E910E1C-4048-7BD0-A4E7-6FDFBD2691EF}"/>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05</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6E373209-A7F8-EBA5-8DB1-1E01423FF196}"/>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741538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B2274-62FC-088A-7BB5-035686E13E77}"/>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660E5A8A-D2DB-C333-496D-11E5BECB4EAE}"/>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58BA7673-C3EE-9759-3FBC-15B309A76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69" y="669701"/>
            <a:ext cx="8727583" cy="4138948"/>
          </a:xfrm>
          <a:prstGeom prst="rect">
            <a:avLst/>
          </a:prstGeom>
        </p:spPr>
      </p:pic>
    </p:spTree>
    <p:extLst>
      <p:ext uri="{BB962C8B-B14F-4D97-AF65-F5344CB8AC3E}">
        <p14:creationId xmlns:p14="http://schemas.microsoft.com/office/powerpoint/2010/main" val="226049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EC686-0C6F-59EA-4255-1CC9800B8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6D58-5D78-D418-F6A9-C22E1D6D208C}"/>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FE6C11AD-6A45-AE4E-62EF-19ED945F8C31}"/>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8833EFA4-F213-4549-D60A-F708D1CE848A}"/>
              </a:ext>
            </a:extLst>
          </p:cNvPr>
          <p:cNvSpPr txBox="1"/>
          <p:nvPr/>
        </p:nvSpPr>
        <p:spPr>
          <a:xfrm>
            <a:off x="442912" y="1518403"/>
            <a:ext cx="8258175" cy="3139321"/>
          </a:xfrm>
          <a:prstGeom prst="rect">
            <a:avLst/>
          </a:prstGeom>
          <a:noFill/>
        </p:spPr>
        <p:txBody>
          <a:bodyPr wrap="square" rtlCol="0">
            <a:spAutoFit/>
          </a:bodyPr>
          <a:lstStyle/>
          <a:p>
            <a:pPr algn="ctr"/>
            <a:r>
              <a:rPr lang="en-US" dirty="0"/>
              <a:t>The results showed that </a:t>
            </a:r>
            <a:r>
              <a:rPr lang="en-US" b="1" dirty="0"/>
              <a:t>Entertainment</a:t>
            </a:r>
            <a:r>
              <a:rPr lang="en-US" dirty="0"/>
              <a:t>, </a:t>
            </a:r>
            <a:r>
              <a:rPr lang="en-US" b="1" dirty="0"/>
              <a:t>Music</a:t>
            </a:r>
            <a:r>
              <a:rPr lang="en-US" dirty="0"/>
              <a:t>, and </a:t>
            </a:r>
            <a:r>
              <a:rPr lang="en-US" b="1" dirty="0"/>
              <a:t>People &amp; Blogs</a:t>
            </a:r>
            <a:r>
              <a:rPr lang="en-US" dirty="0"/>
              <a:t> have the highest total number of channels. This reflects the popularity and broad accessibility of these content genres, which cater to massive, global audiences.</a:t>
            </a:r>
          </a:p>
          <a:p>
            <a:pPr algn="ctr"/>
            <a:r>
              <a:rPr lang="en-US" dirty="0"/>
              <a:t>Interestingly, the </a:t>
            </a:r>
            <a:r>
              <a:rPr lang="en-US" b="1" dirty="0"/>
              <a:t>People &amp; Blogs</a:t>
            </a:r>
            <a:r>
              <a:rPr lang="en-US" dirty="0"/>
              <a:t> category displayed the </a:t>
            </a:r>
            <a:r>
              <a:rPr lang="en-US" b="1" dirty="0"/>
              <a:t>widest variability</a:t>
            </a:r>
            <a:r>
              <a:rPr lang="en-US" dirty="0"/>
              <a:t> in channel types, suggesting it acts as a flexible umbrella category where creators from various niches—like lifestyle, education, sports, and even tech—choose to classify their content. This makes it a dynamic and diverse category worth deeper exploration.</a:t>
            </a:r>
          </a:p>
          <a:p>
            <a:pPr algn="ctr"/>
            <a:r>
              <a:rPr lang="en-US" dirty="0"/>
              <a:t>This analysis provides key insights into how creators choose to classify their content and the saturation levels within popular niches.</a:t>
            </a:r>
          </a:p>
          <a:p>
            <a:endParaRPr lang="en-IN" dirty="0"/>
          </a:p>
        </p:txBody>
      </p:sp>
    </p:spTree>
    <p:extLst>
      <p:ext uri="{BB962C8B-B14F-4D97-AF65-F5344CB8AC3E}">
        <p14:creationId xmlns:p14="http://schemas.microsoft.com/office/powerpoint/2010/main" val="2923099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CC5A7-81C6-7191-CE97-4966A9DA6D30}"/>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CA1EB806-6606-1188-C291-162C534CC04B}"/>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FD54D7B9-164E-A8E9-7C1F-7A6A2DA76323}"/>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92500" lnSpcReduction="10000"/>
          </a:bodyPr>
          <a:lstStyle/>
          <a:p>
            <a:pPr algn="ctr"/>
            <a:r>
              <a:rPr lang="en-US" sz="1400" dirty="0"/>
              <a:t>To analyze this relationship, I calculated the correlation coefficient between the </a:t>
            </a:r>
            <a:r>
              <a:rPr lang="en-US" sz="1400" b="1" dirty="0"/>
              <a:t>number of subscribers</a:t>
            </a:r>
            <a:r>
              <a:rPr lang="en-US" sz="1400" dirty="0"/>
              <a:t> and </a:t>
            </a:r>
            <a:r>
              <a:rPr lang="en-US" sz="1400" b="1" dirty="0"/>
              <a:t>total video views</a:t>
            </a:r>
            <a:r>
              <a:rPr lang="en-US" sz="1400" dirty="0"/>
              <a:t> of YouTube channels.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3FBB6183-2BE3-2ED5-2698-1CA1344465B5}"/>
              </a:ext>
            </a:extLst>
          </p:cNvPr>
          <p:cNvSpPr>
            <a:spLocks noGrp="1"/>
          </p:cNvSpPr>
          <p:nvPr>
            <p:ph type="title"/>
          </p:nvPr>
        </p:nvSpPr>
        <p:spPr>
          <a:xfrm>
            <a:off x="1857240" y="1533600"/>
            <a:ext cx="3457080" cy="2179808"/>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Is there a correlation between the number of subscribers and total video views for YouTube channels?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25C1F0E5-A2D8-C527-738C-48132C0BEC98}"/>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06</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0DF911BE-E0B6-5D6E-2C16-8D1BC320E47E}"/>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3956534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13255-DACA-4758-B30E-BD246299C1A2}"/>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1B882306-4C27-DB47-0EB8-04B50779CC0D}"/>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28058B95-2606-BAEA-AB7E-84F120E40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475" y="699751"/>
            <a:ext cx="4335889" cy="4125534"/>
          </a:xfrm>
          <a:prstGeom prst="rect">
            <a:avLst/>
          </a:prstGeom>
        </p:spPr>
      </p:pic>
      <p:pic>
        <p:nvPicPr>
          <p:cNvPr id="5" name="Picture 4">
            <a:extLst>
              <a:ext uri="{FF2B5EF4-FFF2-40B4-BE49-F238E27FC236}">
                <a16:creationId xmlns:a16="http://schemas.microsoft.com/office/drawing/2014/main" id="{894E733F-4FEF-E1FF-A854-80201EB37D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699749"/>
            <a:ext cx="4456091" cy="4125535"/>
          </a:xfrm>
          <a:prstGeom prst="rect">
            <a:avLst/>
          </a:prstGeom>
        </p:spPr>
      </p:pic>
    </p:spTree>
    <p:extLst>
      <p:ext uri="{BB962C8B-B14F-4D97-AF65-F5344CB8AC3E}">
        <p14:creationId xmlns:p14="http://schemas.microsoft.com/office/powerpoint/2010/main" val="775223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70D06-E88B-CD3D-2539-5DCBA3FB6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BCE3A-616D-15B7-A4A3-74057EAC296A}"/>
              </a:ext>
            </a:extLst>
          </p:cNvPr>
          <p:cNvSpPr>
            <a:spLocks noGrp="1"/>
          </p:cNvSpPr>
          <p:nvPr>
            <p:ph type="title"/>
          </p:nvPr>
        </p:nvSpPr>
        <p:spPr>
          <a:xfrm>
            <a:off x="395288" y="2495550"/>
            <a:ext cx="8258175" cy="2162175"/>
          </a:xfrm>
        </p:spPr>
        <p:txBody>
          <a:bodyPr/>
          <a:lstStyle/>
          <a:p>
            <a:pPr algn="ctr"/>
            <a:r>
              <a:rPr lang="en-US" sz="1800" dirty="0"/>
              <a:t>The result was a </a:t>
            </a:r>
            <a:r>
              <a:rPr lang="en-US" sz="1800" b="1" dirty="0"/>
              <a:t>strong positive correlation of 0.75</a:t>
            </a:r>
            <a:r>
              <a:rPr lang="en-US" sz="1800" dirty="0"/>
              <a:t>, which means that channels with more subscribers generally also tend to have more video views.</a:t>
            </a:r>
            <a:br>
              <a:rPr lang="en-US" sz="1800" dirty="0"/>
            </a:br>
            <a:r>
              <a:rPr lang="en-US" sz="1800" dirty="0"/>
              <a:t>I also visualized the relationship using a </a:t>
            </a:r>
            <a:r>
              <a:rPr lang="en-US" sz="1800" b="1" dirty="0"/>
              <a:t>heatmap</a:t>
            </a:r>
            <a:r>
              <a:rPr lang="en-US" sz="1800" dirty="0"/>
              <a:t> and a </a:t>
            </a:r>
            <a:r>
              <a:rPr lang="en-US" sz="1800" b="1" dirty="0"/>
              <a:t>pair plot</a:t>
            </a:r>
            <a:r>
              <a:rPr lang="en-US" sz="1800" dirty="0"/>
              <a:t>. The pair plot revealed that although the trend is upward, there are a few notable exceptions—some channels achieve significantly high views despite fewer subscribers, possibly due to viral content or high viewer retention.</a:t>
            </a:r>
            <a:br>
              <a:rPr lang="en-US" sz="1800" dirty="0"/>
            </a:br>
            <a:r>
              <a:rPr lang="en-US" sz="1800" dirty="0"/>
              <a:t>This analysis shows that while subscriber count is a good indicator of reach, it's not the only metric that determines viewership. Understanding both correlation values and visual trends is important for gaining deeper insights into content performance and audience behavior.</a:t>
            </a:r>
            <a:br>
              <a:rPr lang="en-US" dirty="0"/>
            </a:br>
            <a:br>
              <a:rPr lang="en-US" dirty="0"/>
            </a:br>
            <a:endParaRPr lang="en-IN" dirty="0"/>
          </a:p>
        </p:txBody>
      </p:sp>
      <p:sp>
        <p:nvSpPr>
          <p:cNvPr id="3" name="TextBox 2">
            <a:extLst>
              <a:ext uri="{FF2B5EF4-FFF2-40B4-BE49-F238E27FC236}">
                <a16:creationId xmlns:a16="http://schemas.microsoft.com/office/drawing/2014/main" id="{90700D7D-5E5E-C7DB-8A9C-5D890B61CD0C}"/>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Tree>
    <p:extLst>
      <p:ext uri="{BB962C8B-B14F-4D97-AF65-F5344CB8AC3E}">
        <p14:creationId xmlns:p14="http://schemas.microsoft.com/office/powerpoint/2010/main" val="770424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6C571-D369-E602-1179-C9F049106BBD}"/>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4A6B1D35-E527-A56A-CE98-E8F753A87BC0}"/>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E69019C2-1998-7DAA-2FF8-489A67E8F4A4}"/>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92500" lnSpcReduction="10000"/>
          </a:bodyPr>
          <a:lstStyle/>
          <a:p>
            <a:pPr algn="ctr"/>
            <a:r>
              <a:rPr lang="en-US" sz="1400" dirty="0"/>
              <a:t>To determine which content types are the most lucrative, I calculated and visualized the </a:t>
            </a:r>
            <a:r>
              <a:rPr lang="en-US" sz="1400" b="1" dirty="0"/>
              <a:t>average monthly earnings</a:t>
            </a:r>
            <a:r>
              <a:rPr lang="en-US" sz="1400" dirty="0"/>
              <a:t> across different </a:t>
            </a:r>
            <a:r>
              <a:rPr lang="en-US" sz="1400" b="1" dirty="0"/>
              <a:t>YouTube video categories</a:t>
            </a:r>
            <a:r>
              <a:rPr lang="en-US" sz="1400" dirty="0"/>
              <a:t>. </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D88A4337-FAAB-C833-231D-E4C09AF3D094}"/>
              </a:ext>
            </a:extLst>
          </p:cNvPr>
          <p:cNvSpPr>
            <a:spLocks noGrp="1"/>
          </p:cNvSpPr>
          <p:nvPr>
            <p:ph type="title"/>
          </p:nvPr>
        </p:nvSpPr>
        <p:spPr>
          <a:xfrm>
            <a:off x="1857240" y="1533599"/>
            <a:ext cx="3457080" cy="2012383"/>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How do the monthly earnings vary throughout different categories?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52402C99-5A62-3711-B3DB-3A1B98A4D1AA}"/>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07</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DC69C47A-5368-3D3D-E892-B6BC314CA5F7}"/>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1753659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0178-BCB8-B3C3-BAF9-25C7DC143F12}"/>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7B0967DE-574B-AE53-FF0D-C973EF0C82A2}"/>
              </a:ext>
            </a:extLst>
          </p:cNvPr>
          <p:cNvGrpSpPr/>
          <p:nvPr/>
        </p:nvGrpSpPr>
        <p:grpSpPr>
          <a:xfrm>
            <a:off x="511200" y="947160"/>
            <a:ext cx="2970720" cy="265320"/>
            <a:chOff x="511200" y="947160"/>
            <a:chExt cx="2970720" cy="265320"/>
          </a:xfrm>
        </p:grpSpPr>
      </p:grpSp>
      <p:pic>
        <p:nvPicPr>
          <p:cNvPr id="5" name="Picture 4">
            <a:extLst>
              <a:ext uri="{FF2B5EF4-FFF2-40B4-BE49-F238E27FC236}">
                <a16:creationId xmlns:a16="http://schemas.microsoft.com/office/drawing/2014/main" id="{EAD39B96-F274-2378-31E9-1E17748E5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82" y="704046"/>
            <a:ext cx="8757635" cy="4120808"/>
          </a:xfrm>
          <a:prstGeom prst="rect">
            <a:avLst/>
          </a:prstGeom>
        </p:spPr>
      </p:pic>
    </p:spTree>
    <p:extLst>
      <p:ext uri="{BB962C8B-B14F-4D97-AF65-F5344CB8AC3E}">
        <p14:creationId xmlns:p14="http://schemas.microsoft.com/office/powerpoint/2010/main" val="928328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FAECA-5509-B9F7-DA3C-6ABA7C19C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38650-D266-8ACA-C2AB-BB69A9019F5F}"/>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7DE125DE-FB4A-F397-DCD4-4FB6183802FC}"/>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9B0E27A6-5DB3-BA12-AAF4-07E7155D41D0}"/>
              </a:ext>
            </a:extLst>
          </p:cNvPr>
          <p:cNvSpPr txBox="1"/>
          <p:nvPr/>
        </p:nvSpPr>
        <p:spPr>
          <a:xfrm>
            <a:off x="226218" y="1284296"/>
            <a:ext cx="8691563" cy="3970318"/>
          </a:xfrm>
          <a:prstGeom prst="rect">
            <a:avLst/>
          </a:prstGeom>
          <a:noFill/>
        </p:spPr>
        <p:txBody>
          <a:bodyPr wrap="square" rtlCol="0">
            <a:spAutoFit/>
          </a:bodyPr>
          <a:lstStyle/>
          <a:p>
            <a:pPr algn="ctr"/>
            <a:r>
              <a:rPr lang="en-US" dirty="0"/>
              <a:t>The bar chart reveals that </a:t>
            </a:r>
            <a:r>
              <a:rPr lang="en-US" b="1" dirty="0"/>
              <a:t>“Shows”</a:t>
            </a:r>
            <a:r>
              <a:rPr lang="en-US" dirty="0"/>
              <a:t> is by far the highest-earning category, generating well over 1 million per month on average. It is followed by </a:t>
            </a:r>
            <a:r>
              <a:rPr lang="en-US" b="1" dirty="0"/>
              <a:t>“Autos &amp; Vehicles”</a:t>
            </a:r>
            <a:r>
              <a:rPr lang="en-US" dirty="0"/>
              <a:t>, </a:t>
            </a:r>
            <a:r>
              <a:rPr lang="en-US" b="1" dirty="0"/>
              <a:t>“Sports”</a:t>
            </a:r>
            <a:r>
              <a:rPr lang="en-US" dirty="0"/>
              <a:t>, and </a:t>
            </a:r>
            <a:r>
              <a:rPr lang="en-US" b="1" dirty="0"/>
              <a:t>“Pets &amp; Animals”</a:t>
            </a:r>
            <a:r>
              <a:rPr lang="en-US" dirty="0"/>
              <a:t>.</a:t>
            </a:r>
          </a:p>
          <a:p>
            <a:pPr algn="ctr"/>
            <a:r>
              <a:rPr lang="en-US" dirty="0"/>
              <a:t>Interestingly, categories like </a:t>
            </a:r>
            <a:r>
              <a:rPr lang="en-US" b="1" dirty="0"/>
              <a:t>“Education”</a:t>
            </a:r>
            <a:r>
              <a:rPr lang="en-US" dirty="0"/>
              <a:t> and </a:t>
            </a:r>
            <a:r>
              <a:rPr lang="en-US" b="1" dirty="0"/>
              <a:t>“Nonprofits &amp; Activism”</a:t>
            </a:r>
            <a:r>
              <a:rPr lang="en-US" dirty="0"/>
              <a:t> appear mid to low in the earnings hierarchy. However, this does not necessarily indicate a lack of growth potential. In fact, recent years have seen a </a:t>
            </a:r>
            <a:r>
              <a:rPr lang="en-US" b="1" dirty="0"/>
              <a:t>notable surge in educational content</a:t>
            </a:r>
            <a:r>
              <a:rPr lang="en-US" dirty="0"/>
              <a:t> and </a:t>
            </a:r>
            <a:r>
              <a:rPr lang="en-US" b="1" dirty="0"/>
              <a:t>non-profit outreach on YouTube</a:t>
            </a:r>
            <a:r>
              <a:rPr lang="en-US" dirty="0"/>
              <a:t>, especially during and after the pandemic, as digital learning and online activism expanded rapidly. This trend suggests an emerging market value in these categories that might not yet be fully captured by average earnings metrics alone.</a:t>
            </a:r>
          </a:p>
          <a:p>
            <a:pPr algn="ctr"/>
            <a:r>
              <a:rPr lang="en-US" dirty="0"/>
              <a:t>This analysis highlights how entertainment-focused and commercially appealing categories dominate revenue, but also points to growing opportunities in impact-driven and knowledge-sharing domains.</a:t>
            </a:r>
          </a:p>
          <a:p>
            <a:endParaRPr lang="en-IN" dirty="0"/>
          </a:p>
        </p:txBody>
      </p:sp>
    </p:spTree>
    <p:extLst>
      <p:ext uri="{BB962C8B-B14F-4D97-AF65-F5344CB8AC3E}">
        <p14:creationId xmlns:p14="http://schemas.microsoft.com/office/powerpoint/2010/main" val="2198568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C381D-2606-4CD3-C221-FC2856E57C62}"/>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220A74EE-96A4-ED66-74E8-E911364B67FB}"/>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EE3F706D-012F-18AB-7EEB-CE65E75DA2AC}"/>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85000" lnSpcReduction="10000"/>
          </a:bodyPr>
          <a:lstStyle/>
          <a:p>
            <a:pPr algn="ctr"/>
            <a:r>
              <a:rPr lang="en-US" sz="1400" dirty="0"/>
              <a:t>To understand recent channel growth, I analyzed and visualized the distribution of subscribers gained over the last 30 days, revealing a positively skewed trend with a few channels experiencing rapid gains.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5B849CDC-747A-11BF-FE91-83015623C294}"/>
              </a:ext>
            </a:extLst>
          </p:cNvPr>
          <p:cNvSpPr>
            <a:spLocks noGrp="1"/>
          </p:cNvSpPr>
          <p:nvPr>
            <p:ph type="title"/>
          </p:nvPr>
        </p:nvSpPr>
        <p:spPr>
          <a:xfrm>
            <a:off x="1857240" y="1533599"/>
            <a:ext cx="3457080" cy="2209859"/>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What is the overall trend in subscribers gained in the last 30 days across all channels?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EC34C593-01FF-FEEC-DB0F-92BB0D0341C4}"/>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08</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16261F86-85B3-9AAA-413E-BE971EF321E9}"/>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829317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5513-3554-DAB5-0975-A771D4124D70}"/>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C03359BC-80BE-B653-1109-6D84A8725B9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4EB7EA5B-70D9-AD63-D847-AC7C5B0C63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458" y="777025"/>
            <a:ext cx="8633083" cy="3992452"/>
          </a:xfrm>
          <a:prstGeom prst="rect">
            <a:avLst/>
          </a:prstGeom>
        </p:spPr>
      </p:pic>
    </p:spTree>
    <p:extLst>
      <p:ext uri="{BB962C8B-B14F-4D97-AF65-F5344CB8AC3E}">
        <p14:creationId xmlns:p14="http://schemas.microsoft.com/office/powerpoint/2010/main" val="264805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6E9C6-1EC7-0E93-8D65-14563953C98F}"/>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BA44BC72-889D-8698-8751-3D6EB1C3C1F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7A1776AE-F4D1-294B-8EBB-14EC8B579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48" y="695459"/>
            <a:ext cx="8761927" cy="4082603"/>
          </a:xfrm>
          <a:prstGeom prst="rect">
            <a:avLst/>
          </a:prstGeom>
        </p:spPr>
      </p:pic>
    </p:spTree>
    <p:extLst>
      <p:ext uri="{BB962C8B-B14F-4D97-AF65-F5344CB8AC3E}">
        <p14:creationId xmlns:p14="http://schemas.microsoft.com/office/powerpoint/2010/main" val="317108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5513-D632-AE23-B6D6-24A46A9A5B27}"/>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1F05C984-FFA1-282C-B080-DF49BFDBA33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AC067828-9CF8-1652-BDFA-FC2A3C07C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41" y="665408"/>
            <a:ext cx="8723290" cy="4172324"/>
          </a:xfrm>
          <a:prstGeom prst="rect">
            <a:avLst/>
          </a:prstGeom>
        </p:spPr>
      </p:pic>
    </p:spTree>
    <p:extLst>
      <p:ext uri="{BB962C8B-B14F-4D97-AF65-F5344CB8AC3E}">
        <p14:creationId xmlns:p14="http://schemas.microsoft.com/office/powerpoint/2010/main" val="349138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7518E-F4B9-6215-6C5F-2B1E0E2D9BAE}"/>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3746C994-5E38-C63D-64F0-0EF83A45F61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79DDBE37-781E-A89F-9991-FC4C1919A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406" y="716924"/>
            <a:ext cx="8650309" cy="4043966"/>
          </a:xfrm>
          <a:prstGeom prst="rect">
            <a:avLst/>
          </a:prstGeom>
        </p:spPr>
      </p:pic>
    </p:spTree>
    <p:extLst>
      <p:ext uri="{BB962C8B-B14F-4D97-AF65-F5344CB8AC3E}">
        <p14:creationId xmlns:p14="http://schemas.microsoft.com/office/powerpoint/2010/main" val="1446544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DF01C-BF72-DEBB-DE6F-1F02B28B1390}"/>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0F9E5999-9DA1-934C-CEF8-8FC44AEC9ED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649CAB2C-A912-CA98-7E33-FE8626A9B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458" y="746975"/>
            <a:ext cx="8633083" cy="4052552"/>
          </a:xfrm>
          <a:prstGeom prst="rect">
            <a:avLst/>
          </a:prstGeom>
        </p:spPr>
      </p:pic>
    </p:spTree>
    <p:extLst>
      <p:ext uri="{BB962C8B-B14F-4D97-AF65-F5344CB8AC3E}">
        <p14:creationId xmlns:p14="http://schemas.microsoft.com/office/powerpoint/2010/main" val="1186142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F639C-6999-2E16-7132-F73057803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3EEE3-0F51-3071-44F2-E49D9CAFF63D}"/>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11F4EB90-BF69-CFF9-FE86-88A5CBF13A62}"/>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87BC6301-969D-DA72-B1AD-84A7F1B96C88}"/>
              </a:ext>
            </a:extLst>
          </p:cNvPr>
          <p:cNvSpPr txBox="1"/>
          <p:nvPr/>
        </p:nvSpPr>
        <p:spPr>
          <a:xfrm>
            <a:off x="114299" y="1509713"/>
            <a:ext cx="8786813" cy="3293209"/>
          </a:xfrm>
          <a:prstGeom prst="rect">
            <a:avLst/>
          </a:prstGeom>
          <a:noFill/>
        </p:spPr>
        <p:txBody>
          <a:bodyPr wrap="square" rtlCol="0">
            <a:spAutoFit/>
          </a:bodyPr>
          <a:lstStyle/>
          <a:p>
            <a:pPr algn="ctr"/>
            <a:r>
              <a:rPr lang="en-US" sz="1600" dirty="0"/>
              <a:t>The data shows that subscriber growth across YouTube channels in the last 30 days is highly skewed, with a </a:t>
            </a:r>
            <a:r>
              <a:rPr lang="en-US" sz="1600" b="1" dirty="0"/>
              <a:t>small number of channels gaining disproportionately high subscribers</a:t>
            </a:r>
            <a:r>
              <a:rPr lang="en-US" sz="1600" dirty="0"/>
              <a:t>, while the majority experience </a:t>
            </a:r>
            <a:r>
              <a:rPr lang="en-US" sz="1600" b="1" dirty="0"/>
              <a:t>modest or negligible gains</a:t>
            </a:r>
            <a:r>
              <a:rPr lang="en-US" sz="1600" dirty="0"/>
              <a:t>.</a:t>
            </a:r>
          </a:p>
          <a:p>
            <a:pPr algn="ctr"/>
            <a:r>
              <a:rPr lang="en-US" sz="1600" dirty="0"/>
              <a:t>This long-tail distribution indicates that:</a:t>
            </a:r>
          </a:p>
          <a:p>
            <a:pPr algn="ctr"/>
            <a:r>
              <a:rPr lang="en-US" sz="1600" b="1" dirty="0"/>
              <a:t>Virality and popularity are concentrated</a:t>
            </a:r>
            <a:r>
              <a:rPr lang="en-US" sz="1600" dirty="0"/>
              <a:t> in a few top-performing channels.</a:t>
            </a:r>
          </a:p>
          <a:p>
            <a:pPr algn="ctr"/>
            <a:r>
              <a:rPr lang="en-US" sz="1600" dirty="0"/>
              <a:t>Many channels may grow slowly or stagnate unless they produce highly engaging or trending content.</a:t>
            </a:r>
          </a:p>
          <a:p>
            <a:pPr algn="ctr"/>
            <a:r>
              <a:rPr lang="en-US" sz="1600" dirty="0"/>
              <a:t>Statistically, this is typical of online platforms where audience attention and algorithmic promotion disproportionately benefit top creators. This also highlights how difficult it can be for new or small creators to break through without exceptional content or niche targeting.</a:t>
            </a:r>
          </a:p>
          <a:p>
            <a:pPr algn="ctr"/>
            <a:r>
              <a:rPr lang="en-US" sz="1600" dirty="0"/>
              <a:t>From a data science perspective, this insight points to </a:t>
            </a:r>
            <a:r>
              <a:rPr lang="en-US" sz="1600" b="1" dirty="0"/>
              <a:t>heavy-tailed behavior</a:t>
            </a:r>
            <a:r>
              <a:rPr lang="en-US" sz="1600" dirty="0"/>
              <a:t> in growth metrics, which should be considered when designing models or strategies based on subscriber counts.</a:t>
            </a:r>
          </a:p>
        </p:txBody>
      </p:sp>
    </p:spTree>
    <p:extLst>
      <p:ext uri="{BB962C8B-B14F-4D97-AF65-F5344CB8AC3E}">
        <p14:creationId xmlns:p14="http://schemas.microsoft.com/office/powerpoint/2010/main" val="1056956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6F2D-DF3B-37FF-B9EE-E15C6ABE0CA4}"/>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10BE0AD8-1333-135A-A39D-C25CEDB73FC4}"/>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AF1C31FF-BBBA-AE4A-BA02-AB937114C65F}"/>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fontScale="92500" lnSpcReduction="10000"/>
          </a:bodyPr>
          <a:lstStyle/>
          <a:p>
            <a:pPr algn="ctr"/>
            <a:r>
              <a:rPr lang="en-US" sz="1400" dirty="0"/>
              <a:t>To detect potential anomalies in annual income, I employed a boxplot to visualize the distribution of estimated yearly earnings across channels.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885485DE-B80D-453F-0624-FB83404684C5}"/>
              </a:ext>
            </a:extLst>
          </p:cNvPr>
          <p:cNvSpPr>
            <a:spLocks noGrp="1"/>
          </p:cNvSpPr>
          <p:nvPr>
            <p:ph type="title"/>
          </p:nvPr>
        </p:nvSpPr>
        <p:spPr>
          <a:xfrm>
            <a:off x="1857240" y="1533600"/>
            <a:ext cx="3457080" cy="1523520"/>
          </a:xfrm>
          <a:prstGeom prst="rect">
            <a:avLst/>
          </a:prstGeom>
          <a:noFill/>
          <a:ln w="0">
            <a:noFill/>
          </a:ln>
        </p:spPr>
        <p:txBody>
          <a:bodyPr lIns="91440" tIns="91440" rIns="91440" bIns="91440" anchor="ctr">
            <a:noAutofit/>
          </a:bodyPr>
          <a:lstStyle/>
          <a:p>
            <a:pPr>
              <a:lnSpc>
                <a:spcPct val="100000"/>
              </a:lnSpc>
              <a:tabLst>
                <a:tab pos="0" algn="l"/>
              </a:tabLst>
            </a:pPr>
            <a:r>
              <a:rPr lang="en-US" sz="2400" dirty="0"/>
              <a:t>Are there any outliers in terms of yearly earnings from YouTube channels?</a:t>
            </a:r>
            <a:endParaRPr lang="fr-FR" sz="24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E94EFE99-6B93-976D-E770-BF7FDF4A12F5}"/>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09</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B0885E7E-1DD4-CC20-8DC2-11EF580E051E}"/>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2036784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4C3A5-E150-1D91-9CAA-E14D6BE9A432}"/>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60847F07-0466-2411-E3CF-D23A8714CD00}"/>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F2026664-6546-B36C-943D-B5A81E032C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062" y="704044"/>
            <a:ext cx="8757634" cy="4074017"/>
          </a:xfrm>
          <a:prstGeom prst="rect">
            <a:avLst/>
          </a:prstGeom>
        </p:spPr>
      </p:pic>
    </p:spTree>
    <p:extLst>
      <p:ext uri="{BB962C8B-B14F-4D97-AF65-F5344CB8AC3E}">
        <p14:creationId xmlns:p14="http://schemas.microsoft.com/office/powerpoint/2010/main" val="406508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8587-B205-F2AB-C330-DE692AD1BFD4}"/>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E6AA69B0-EE45-37D1-B499-C6812FC9A92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ED87F867-3D74-6434-E2D7-984E7E21B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55" y="721218"/>
            <a:ext cx="8710412" cy="4069724"/>
          </a:xfrm>
          <a:prstGeom prst="rect">
            <a:avLst/>
          </a:prstGeom>
        </p:spPr>
      </p:pic>
    </p:spTree>
    <p:extLst>
      <p:ext uri="{BB962C8B-B14F-4D97-AF65-F5344CB8AC3E}">
        <p14:creationId xmlns:p14="http://schemas.microsoft.com/office/powerpoint/2010/main" val="3832528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3713-8F13-81AA-5C5E-952F20EA5D69}"/>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C6451641-7C31-3CA3-0730-E019387268C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7C452A3E-E5DA-9A4E-CCB4-640B80236C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68" y="759854"/>
            <a:ext cx="8706119" cy="4022502"/>
          </a:xfrm>
          <a:prstGeom prst="rect">
            <a:avLst/>
          </a:prstGeom>
        </p:spPr>
      </p:pic>
    </p:spTree>
    <p:extLst>
      <p:ext uri="{BB962C8B-B14F-4D97-AF65-F5344CB8AC3E}">
        <p14:creationId xmlns:p14="http://schemas.microsoft.com/office/powerpoint/2010/main" val="2918732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47C8-EC22-50B2-0BC3-0797FB166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E42C3-14F1-1B4C-9C58-263619C5D050}"/>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DFCEA5AE-0F8A-0750-5327-DC10C1DA2424}"/>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565394F7-FB0D-DBA4-9DC8-9907A54F231E}"/>
              </a:ext>
            </a:extLst>
          </p:cNvPr>
          <p:cNvSpPr txBox="1"/>
          <p:nvPr/>
        </p:nvSpPr>
        <p:spPr>
          <a:xfrm>
            <a:off x="523875" y="1785938"/>
            <a:ext cx="8205788" cy="2862322"/>
          </a:xfrm>
          <a:prstGeom prst="rect">
            <a:avLst/>
          </a:prstGeom>
          <a:noFill/>
        </p:spPr>
        <p:txBody>
          <a:bodyPr wrap="square" rtlCol="0">
            <a:spAutoFit/>
          </a:bodyPr>
          <a:lstStyle/>
          <a:p>
            <a:r>
              <a:rPr lang="en-US" dirty="0"/>
              <a:t>The analysis of yearly earnings using boxplots reveals a highly skewed income distribution among YouTube channels. While most channels earn relatively modest amounts, there are clear and significant outliers—some channels earn exceptionally high revenues, with estimates reaching over $80 million annually. Even the lowest earnings estimates for top-performing channels show unusually high values, and the highest earnings boxplot demonstrates the widest spread, with a few channels possibly earning over $160 million per year. These results highlight the unequal nature of monetization on YouTube, where a small number of channels dominate revenue generation, reflecting a power-law distribution in content creator income.</a:t>
            </a:r>
            <a:endParaRPr lang="en-IN" dirty="0"/>
          </a:p>
        </p:txBody>
      </p:sp>
    </p:spTree>
    <p:extLst>
      <p:ext uri="{BB962C8B-B14F-4D97-AF65-F5344CB8AC3E}">
        <p14:creationId xmlns:p14="http://schemas.microsoft.com/office/powerpoint/2010/main" val="3200016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6F1C-6D72-D13D-EA78-E79AD59725BB}"/>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DC4DEF13-90B1-7781-3F84-B479B2684F22}"/>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20" name="PlaceHolder 2">
            <a:extLst>
              <a:ext uri="{FF2B5EF4-FFF2-40B4-BE49-F238E27FC236}">
                <a16:creationId xmlns:a16="http://schemas.microsoft.com/office/drawing/2014/main" id="{6A98323D-F2F8-0464-0255-0F41B03A70B3}"/>
              </a:ext>
            </a:extLst>
          </p:cNvPr>
          <p:cNvSpPr>
            <a:spLocks noGrp="1"/>
          </p:cNvSpPr>
          <p:nvPr>
            <p:ph type="title"/>
          </p:nvPr>
        </p:nvSpPr>
        <p:spPr>
          <a:xfrm>
            <a:off x="1857240" y="1871730"/>
            <a:ext cx="3457080" cy="1185390"/>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What is the distribution of channel creation dates? Is there any trend over time?</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3EFD3158-4CCF-3059-9D41-AA8F1FA7CE00}"/>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dirty="0">
                <a:solidFill>
                  <a:schemeClr val="dk2"/>
                </a:solidFill>
                <a:latin typeface="VT323"/>
              </a:rPr>
              <a:t>10</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D6C4D27C-79AE-404E-A08D-047E364BCA80}"/>
              </a:ext>
            </a:extLst>
          </p:cNvPr>
          <p:cNvGrpSpPr/>
          <p:nvPr/>
        </p:nvGrpSpPr>
        <p:grpSpPr>
          <a:xfrm>
            <a:off x="6386760" y="947160"/>
            <a:ext cx="2107080" cy="265320"/>
            <a:chOff x="6386760" y="947160"/>
            <a:chExt cx="2107080" cy="265320"/>
          </a:xfrm>
        </p:grpSpPr>
      </p:grpSp>
      <p:sp>
        <p:nvSpPr>
          <p:cNvPr id="2" name="Subtitle 1">
            <a:extLst>
              <a:ext uri="{FF2B5EF4-FFF2-40B4-BE49-F238E27FC236}">
                <a16:creationId xmlns:a16="http://schemas.microsoft.com/office/drawing/2014/main" id="{2D4EAD58-B0DE-C3D4-5CAD-8AF470E18EDC}"/>
              </a:ext>
            </a:extLst>
          </p:cNvPr>
          <p:cNvSpPr>
            <a:spLocks noGrp="1" noChangeArrowheads="1"/>
          </p:cNvSpPr>
          <p:nvPr>
            <p:ph type="subTitle"/>
          </p:nvPr>
        </p:nvSpPr>
        <p:spPr bwMode="auto">
          <a:xfrm>
            <a:off x="3467100" y="3986540"/>
            <a:ext cx="4867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1400" dirty="0"/>
              <a:t>Combined year, month, date to create a datetime ; plotted monthly channel creation trend.</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106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0ACE-7969-6FD1-5E2C-B994185E1CAF}"/>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1C3418B9-1CB3-CEA6-FC23-AAE0889C1A54}"/>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B3894601-30A0-72BF-D24B-86F9FC317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1768" y="742681"/>
            <a:ext cx="8650311" cy="4009623"/>
          </a:xfrm>
          <a:prstGeom prst="rect">
            <a:avLst/>
          </a:prstGeom>
        </p:spPr>
      </p:pic>
    </p:spTree>
    <p:extLst>
      <p:ext uri="{BB962C8B-B14F-4D97-AF65-F5344CB8AC3E}">
        <p14:creationId xmlns:p14="http://schemas.microsoft.com/office/powerpoint/2010/main" val="3624955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C698-DA06-89CC-8240-9622FF4EB63E}"/>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8D229640-B78A-270F-7474-D3F8BB3C9120}"/>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E762EAA4-FA06-1ED2-2CF3-C6715F5D7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992" y="716924"/>
            <a:ext cx="8676067" cy="4061138"/>
          </a:xfrm>
          <a:prstGeom prst="rect">
            <a:avLst/>
          </a:prstGeom>
        </p:spPr>
      </p:pic>
    </p:spTree>
    <p:extLst>
      <p:ext uri="{BB962C8B-B14F-4D97-AF65-F5344CB8AC3E}">
        <p14:creationId xmlns:p14="http://schemas.microsoft.com/office/powerpoint/2010/main" val="3430708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7CDA0-EF35-CC3E-6BE3-6DCCFE2D6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EB510-D0E3-D5ED-3895-51D254BDD19B}"/>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FBB339D7-4661-7D8B-CAAE-A34DD634F301}"/>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781C1ABE-75A6-61C6-1BD4-E1FFFB3BED9F}"/>
              </a:ext>
            </a:extLst>
          </p:cNvPr>
          <p:cNvSpPr txBox="1"/>
          <p:nvPr/>
        </p:nvSpPr>
        <p:spPr>
          <a:xfrm>
            <a:off x="536141" y="1466850"/>
            <a:ext cx="7839075" cy="2585323"/>
          </a:xfrm>
          <a:prstGeom prst="rect">
            <a:avLst/>
          </a:prstGeom>
          <a:noFill/>
        </p:spPr>
        <p:txBody>
          <a:bodyPr wrap="square" rtlCol="0">
            <a:spAutoFit/>
          </a:bodyPr>
          <a:lstStyle/>
          <a:p>
            <a:r>
              <a:rPr lang="en-US" dirty="0"/>
              <a:t>The distribution of channel creation dates reveals a clear upward trend in the number of channels being created over time. From 2005 to 2015, growth was steady but moderate, indicating YouTube’s early adoption phase. However, post-2016, there is a noticeable surge in the number of new channels being created each month. This sharp increase aligns with the platform’s global expansion, the rise of influencer culture, and improved monetization options. The trend reflects YouTube’s growing popularity as both a content-sharing platform and a potential career path for creators worldwide.</a:t>
            </a:r>
            <a:endParaRPr lang="en-IN" dirty="0"/>
          </a:p>
        </p:txBody>
      </p:sp>
    </p:spTree>
    <p:extLst>
      <p:ext uri="{BB962C8B-B14F-4D97-AF65-F5344CB8AC3E}">
        <p14:creationId xmlns:p14="http://schemas.microsoft.com/office/powerpoint/2010/main" val="3157917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2CAB-75D4-184A-82BF-94796E662AFC}"/>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EB70CF96-ACD8-490F-78D4-8616AFD805AD}"/>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D647C78A-77F9-241D-1639-C79FDE916B8B}"/>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Merged education data with country-wise channel count and calculated correlation.</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9D97CF51-FCEC-E7D2-006A-09259E7261C1}"/>
              </a:ext>
            </a:extLst>
          </p:cNvPr>
          <p:cNvSpPr>
            <a:spLocks noGrp="1"/>
          </p:cNvSpPr>
          <p:nvPr>
            <p:ph type="title"/>
          </p:nvPr>
        </p:nvSpPr>
        <p:spPr>
          <a:xfrm>
            <a:off x="1506828" y="1533600"/>
            <a:ext cx="3807492" cy="2166930"/>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Is there a relationship between gross tertiary education enrollment and the number of YouTube channels in a country?</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DFD369B0-FF69-4B85-E8C0-27C97C08E182}"/>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dirty="0">
                <a:solidFill>
                  <a:schemeClr val="dk2"/>
                </a:solidFill>
                <a:latin typeface="VT323"/>
                <a:ea typeface="VT323"/>
              </a:rPr>
              <a:t>1</a:t>
            </a:r>
            <a:r>
              <a:rPr lang="en" sz="5000" b="0" u="none" strike="noStrike" dirty="0">
                <a:solidFill>
                  <a:schemeClr val="dk2"/>
                </a:solidFill>
                <a:effectLst/>
                <a:uFillTx/>
                <a:latin typeface="VT323"/>
                <a:ea typeface="VT323"/>
              </a:rPr>
              <a:t>1</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4D79DE73-5789-B3AC-AC73-6940B5B594F1}"/>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1007521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7BE19-12F5-E89F-0928-531A555EB8F6}"/>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2E616A9F-CECB-E8C6-E102-4899075CA727}"/>
              </a:ext>
            </a:extLst>
          </p:cNvPr>
          <p:cNvGrpSpPr/>
          <p:nvPr/>
        </p:nvGrpSpPr>
        <p:grpSpPr>
          <a:xfrm>
            <a:off x="511200" y="947160"/>
            <a:ext cx="2970720" cy="265320"/>
            <a:chOff x="511200" y="947160"/>
            <a:chExt cx="2970720" cy="265320"/>
          </a:xfrm>
        </p:grpSpPr>
      </p:grpSp>
      <p:pic>
        <p:nvPicPr>
          <p:cNvPr id="7" name="Picture 6">
            <a:extLst>
              <a:ext uri="{FF2B5EF4-FFF2-40B4-BE49-F238E27FC236}">
                <a16:creationId xmlns:a16="http://schemas.microsoft.com/office/drawing/2014/main" id="{300E895B-5655-B9CA-133B-46BDC204C1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305" y="695459"/>
            <a:ext cx="4168462" cy="4099772"/>
          </a:xfrm>
          <a:prstGeom prst="rect">
            <a:avLst/>
          </a:prstGeom>
        </p:spPr>
      </p:pic>
      <p:pic>
        <p:nvPicPr>
          <p:cNvPr id="9" name="Picture 8">
            <a:extLst>
              <a:ext uri="{FF2B5EF4-FFF2-40B4-BE49-F238E27FC236}">
                <a16:creationId xmlns:a16="http://schemas.microsoft.com/office/drawing/2014/main" id="{EFD1DD6E-1B54-0A8C-8DC7-0BD7329D25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4423" y="695458"/>
            <a:ext cx="4649272" cy="4099773"/>
          </a:xfrm>
          <a:prstGeom prst="rect">
            <a:avLst/>
          </a:prstGeom>
        </p:spPr>
      </p:pic>
    </p:spTree>
    <p:extLst>
      <p:ext uri="{BB962C8B-B14F-4D97-AF65-F5344CB8AC3E}">
        <p14:creationId xmlns:p14="http://schemas.microsoft.com/office/powerpoint/2010/main" val="3380533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5DFD4-3E2B-A4E2-E359-F8A124026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7A15-52C9-1789-621D-864D59DEA6DD}"/>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18854052-EF94-16BD-8AAB-4099D61088AD}"/>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53D7B107-32CB-EFBB-3A4A-8D0A5210B21A}"/>
              </a:ext>
            </a:extLst>
          </p:cNvPr>
          <p:cNvSpPr txBox="1"/>
          <p:nvPr/>
        </p:nvSpPr>
        <p:spPr>
          <a:xfrm>
            <a:off x="476250" y="1462088"/>
            <a:ext cx="8191500" cy="2862322"/>
          </a:xfrm>
          <a:prstGeom prst="rect">
            <a:avLst/>
          </a:prstGeom>
          <a:noFill/>
        </p:spPr>
        <p:txBody>
          <a:bodyPr wrap="square" rtlCol="0">
            <a:spAutoFit/>
          </a:bodyPr>
          <a:lstStyle/>
          <a:p>
            <a:r>
              <a:rPr lang="en-US" dirty="0"/>
              <a:t>The analysis shows a </a:t>
            </a:r>
            <a:r>
              <a:rPr lang="en-US" b="1" dirty="0"/>
              <a:t>very weak positive correlation (0.13)</a:t>
            </a:r>
            <a:r>
              <a:rPr lang="en-US" dirty="0"/>
              <a:t> between gross tertiary education enrollment and the number of YouTube channels in a country. This indicates that higher education access alone does </a:t>
            </a:r>
            <a:r>
              <a:rPr lang="en-US" b="1" dirty="0"/>
              <a:t>not strongly influence</a:t>
            </a:r>
            <a:r>
              <a:rPr lang="en-US" dirty="0"/>
              <a:t> the number of YouTube creators. While education may contribute to digital skills and platform awareness, other factors—such as internet access, economic incentives, cultural trends, and content demand—likely play a more significant role in motivating people to start YouTube channels. Therefore, while education might offer a supporting role, it does </a:t>
            </a:r>
            <a:r>
              <a:rPr lang="en-US" b="1" dirty="0"/>
              <a:t>not appear to be a primary driver</a:t>
            </a:r>
            <a:r>
              <a:rPr lang="en-US" dirty="0"/>
              <a:t> of content creation activity across countries.</a:t>
            </a:r>
          </a:p>
          <a:p>
            <a:endParaRPr lang="en-IN" dirty="0"/>
          </a:p>
        </p:txBody>
      </p:sp>
    </p:spTree>
    <p:extLst>
      <p:ext uri="{BB962C8B-B14F-4D97-AF65-F5344CB8AC3E}">
        <p14:creationId xmlns:p14="http://schemas.microsoft.com/office/powerpoint/2010/main" val="2727558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9FF69-15E5-F18E-CEF2-ED2C8D6F0A9C}"/>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73372759-A6F0-219F-2400-9517087C0BA3}"/>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C3BD8692-04DE-5F59-1723-09E80C9C49A8}"/>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Selected top 10 countries by channel count and plotted their unemployment rates.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2FED0958-5051-43BF-BE1D-F41A27A5555A}"/>
              </a:ext>
            </a:extLst>
          </p:cNvPr>
          <p:cNvSpPr>
            <a:spLocks noGrp="1"/>
          </p:cNvSpPr>
          <p:nvPr>
            <p:ph type="title"/>
          </p:nvPr>
        </p:nvSpPr>
        <p:spPr>
          <a:xfrm>
            <a:off x="1343696" y="1533600"/>
            <a:ext cx="3970624" cy="2128293"/>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How does the unemployment rate vary among the top 10 countries with the highest number of YouTube channels?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1812BDD6-7C9C-D1C8-6772-FFEC88A30CE0}"/>
              </a:ext>
            </a:extLst>
          </p:cNvPr>
          <p:cNvSpPr>
            <a:spLocks noGrp="1"/>
          </p:cNvSpPr>
          <p:nvPr>
            <p:ph type="title"/>
          </p:nvPr>
        </p:nvSpPr>
        <p:spPr>
          <a:xfrm>
            <a:off x="649800" y="1914480"/>
            <a:ext cx="784048"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12</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95C6053A-65C0-9567-CCFF-2D44A1F96D5D}"/>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4269766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0472E-B592-EACA-8487-78A2844329F7}"/>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ECCD1D5F-8729-5A0E-4438-E5E400D82E9E}"/>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02EA5333-BFFD-DD4F-57FB-595D52D08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34" y="729803"/>
            <a:ext cx="8710411" cy="4061138"/>
          </a:xfrm>
          <a:prstGeom prst="rect">
            <a:avLst/>
          </a:prstGeom>
        </p:spPr>
      </p:pic>
    </p:spTree>
    <p:extLst>
      <p:ext uri="{BB962C8B-B14F-4D97-AF65-F5344CB8AC3E}">
        <p14:creationId xmlns:p14="http://schemas.microsoft.com/office/powerpoint/2010/main" val="3862474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81E96-03BC-1D3D-8A94-D3D4CA3FE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5A54E-874A-0896-CDA8-DD0A2183BA22}"/>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AF5902B4-1A14-DE80-A79D-B272029940F9}"/>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8DC21AEB-C2A5-3D31-767B-14AEE3F317BE}"/>
              </a:ext>
            </a:extLst>
          </p:cNvPr>
          <p:cNvSpPr txBox="1"/>
          <p:nvPr/>
        </p:nvSpPr>
        <p:spPr>
          <a:xfrm>
            <a:off x="433748" y="1342370"/>
            <a:ext cx="8043862" cy="3693319"/>
          </a:xfrm>
          <a:prstGeom prst="rect">
            <a:avLst/>
          </a:prstGeom>
          <a:noFill/>
        </p:spPr>
        <p:txBody>
          <a:bodyPr wrap="square" rtlCol="0">
            <a:spAutoFit/>
          </a:bodyPr>
          <a:lstStyle/>
          <a:p>
            <a:r>
              <a:rPr lang="en-US" dirty="0"/>
              <a:t>The unemployment rates among the top 10 countries with the highest number of YouTube channels show </a:t>
            </a:r>
            <a:r>
              <a:rPr lang="en-US" b="1" dirty="0"/>
              <a:t>substantial variation</a:t>
            </a:r>
            <a:r>
              <a:rPr lang="en-US" dirty="0"/>
              <a:t>, suggesting that the popularity of YouTube as a platform is not directly tied to national unemployment levels. The </a:t>
            </a:r>
            <a:r>
              <a:rPr lang="en-US" b="1" dirty="0"/>
              <a:t>United States</a:t>
            </a:r>
            <a:r>
              <a:rPr lang="en-US" dirty="0"/>
              <a:t> and </a:t>
            </a:r>
            <a:r>
              <a:rPr lang="en-US" b="1" dirty="0"/>
              <a:t>Spain</a:t>
            </a:r>
            <a:r>
              <a:rPr lang="en-US" dirty="0"/>
              <a:t> have the </a:t>
            </a:r>
            <a:r>
              <a:rPr lang="en-US" b="1" dirty="0"/>
              <a:t>highest unemployment rates</a:t>
            </a:r>
            <a:r>
              <a:rPr lang="en-US" dirty="0"/>
              <a:t> among this group, both exceeding </a:t>
            </a:r>
            <a:r>
              <a:rPr lang="en-US" b="1" dirty="0"/>
              <a:t>14%</a:t>
            </a:r>
            <a:r>
              <a:rPr lang="en-US" dirty="0"/>
              <a:t>, while </a:t>
            </a:r>
            <a:r>
              <a:rPr lang="en-US" b="1" dirty="0"/>
              <a:t>Thailand</a:t>
            </a:r>
            <a:r>
              <a:rPr lang="en-US" dirty="0"/>
              <a:t> shows the </a:t>
            </a:r>
            <a:r>
              <a:rPr lang="en-US" b="1" dirty="0"/>
              <a:t>lowest</a:t>
            </a:r>
            <a:r>
              <a:rPr lang="en-US" dirty="0"/>
              <a:t> at just above </a:t>
            </a:r>
            <a:r>
              <a:rPr lang="en-US" b="1" dirty="0"/>
              <a:t>1%</a:t>
            </a:r>
            <a:r>
              <a:rPr lang="en-US" dirty="0"/>
              <a:t>. Interestingly, countries like </a:t>
            </a:r>
            <a:r>
              <a:rPr lang="en-US" b="1" dirty="0"/>
              <a:t>Brazil</a:t>
            </a:r>
            <a:r>
              <a:rPr lang="en-US" dirty="0"/>
              <a:t> and </a:t>
            </a:r>
            <a:r>
              <a:rPr lang="en-US" b="1" dirty="0"/>
              <a:t>India</a:t>
            </a:r>
            <a:r>
              <a:rPr lang="en-US" dirty="0"/>
              <a:t>, which also have high channel counts, experience moderate to high unemployment, while </a:t>
            </a:r>
            <a:r>
              <a:rPr lang="en-US" b="1" dirty="0"/>
              <a:t>South Korea</a:t>
            </a:r>
            <a:r>
              <a:rPr lang="en-US" dirty="0"/>
              <a:t>, </a:t>
            </a:r>
            <a:r>
              <a:rPr lang="en-US" b="1" dirty="0"/>
              <a:t>Russia</a:t>
            </a:r>
            <a:r>
              <a:rPr lang="en-US" dirty="0"/>
              <a:t>, and </a:t>
            </a:r>
            <a:r>
              <a:rPr lang="en-US" b="1" dirty="0"/>
              <a:t>Mexico</a:t>
            </a:r>
            <a:r>
              <a:rPr lang="en-US" dirty="0"/>
              <a:t> maintain relatively lower rates. This spread indicates that people may turn to YouTube either as a </a:t>
            </a:r>
            <a:r>
              <a:rPr lang="en-US" b="1" dirty="0"/>
              <a:t>career alternative in high-unemployment environments</a:t>
            </a:r>
            <a:r>
              <a:rPr lang="en-US" dirty="0"/>
              <a:t> or as a </a:t>
            </a:r>
            <a:r>
              <a:rPr lang="en-US" b="1" dirty="0"/>
              <a:t>creative outlet in more stable economies</a:t>
            </a:r>
            <a:r>
              <a:rPr lang="en-US" dirty="0"/>
              <a:t>, suggesting a multifactorial relationship rather than a single economic driver.</a:t>
            </a:r>
          </a:p>
          <a:p>
            <a:endParaRPr lang="en-IN" dirty="0"/>
          </a:p>
        </p:txBody>
      </p:sp>
    </p:spTree>
    <p:extLst>
      <p:ext uri="{BB962C8B-B14F-4D97-AF65-F5344CB8AC3E}">
        <p14:creationId xmlns:p14="http://schemas.microsoft.com/office/powerpoint/2010/main" val="293406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0BD-FA93-BA1F-A5FF-6EFEF72CD103}"/>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AC93E8A6-D533-3201-0B7C-EDA9238775C8}"/>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9C08349D-394F-1648-FD5B-B76C9F862DBC}"/>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Calculated average urban population per country and visualized top/bottom 15.</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B5F52613-F06E-2C9A-D448-422CD14C6ACF}"/>
              </a:ext>
            </a:extLst>
          </p:cNvPr>
          <p:cNvSpPr>
            <a:spLocks noGrp="1"/>
          </p:cNvSpPr>
          <p:nvPr>
            <p:ph type="title"/>
          </p:nvPr>
        </p:nvSpPr>
        <p:spPr>
          <a:xfrm>
            <a:off x="1472485" y="1533599"/>
            <a:ext cx="3841835" cy="2012383"/>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What is the average urban population percentage in countries with YouTube channels?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B5E4308C-582B-89D1-639B-02B9D85267FD}"/>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13</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B641C6BD-A130-08AF-E4AC-0BC07AAA0B51}"/>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3700332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B797-340C-A4DF-C860-9DB472685A38}"/>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4312FE1E-87CA-AA8E-6234-46A2BEEBD754}"/>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94CB1B4E-D12C-8604-7321-4FBB8CFDB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284" y="716924"/>
            <a:ext cx="8658895" cy="4078310"/>
          </a:xfrm>
          <a:prstGeom prst="rect">
            <a:avLst/>
          </a:prstGeom>
        </p:spPr>
      </p:pic>
    </p:spTree>
    <p:extLst>
      <p:ext uri="{BB962C8B-B14F-4D97-AF65-F5344CB8AC3E}">
        <p14:creationId xmlns:p14="http://schemas.microsoft.com/office/powerpoint/2010/main" val="3920053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BCB8A-BAF5-25CE-4D96-B8EC939DC831}"/>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1C8682FE-AFE6-32D7-CE69-E40AEA411C61}"/>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6C3A9273-7DAB-4807-F104-E49688CC5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27" y="738388"/>
            <a:ext cx="8710411" cy="4026795"/>
          </a:xfrm>
          <a:prstGeom prst="rect">
            <a:avLst/>
          </a:prstGeom>
        </p:spPr>
      </p:pic>
    </p:spTree>
    <p:extLst>
      <p:ext uri="{BB962C8B-B14F-4D97-AF65-F5344CB8AC3E}">
        <p14:creationId xmlns:p14="http://schemas.microsoft.com/office/powerpoint/2010/main" val="270681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33A47-6A47-8DF2-BAC9-3E899E7F8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09014-2B83-5DEF-86CB-F4BB3FD83680}"/>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271F5265-6303-242B-3922-20997CE14BEF}"/>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C57AB42F-352A-8E2B-2CAA-9F14D8226B76}"/>
              </a:ext>
            </a:extLst>
          </p:cNvPr>
          <p:cNvSpPr txBox="1"/>
          <p:nvPr/>
        </p:nvSpPr>
        <p:spPr>
          <a:xfrm>
            <a:off x="321469" y="1285041"/>
            <a:ext cx="8501062" cy="3693319"/>
          </a:xfrm>
          <a:prstGeom prst="rect">
            <a:avLst/>
          </a:prstGeom>
          <a:noFill/>
        </p:spPr>
        <p:txBody>
          <a:bodyPr wrap="square" rtlCol="0">
            <a:spAutoFit/>
          </a:bodyPr>
          <a:lstStyle/>
          <a:p>
            <a:r>
              <a:rPr lang="en-US" dirty="0"/>
              <a:t>The data reveals that countries with active YouTube channels tend to have </a:t>
            </a:r>
            <a:r>
              <a:rPr lang="en-US" b="1" dirty="0"/>
              <a:t>high urban population percentages</a:t>
            </a:r>
            <a:r>
              <a:rPr lang="en-US" dirty="0"/>
              <a:t>, often averaging </a:t>
            </a:r>
            <a:r>
              <a:rPr lang="en-US" b="1" dirty="0"/>
              <a:t>above 70%</a:t>
            </a:r>
            <a:r>
              <a:rPr lang="en-US" dirty="0"/>
              <a:t>. This points to a strong link between </a:t>
            </a:r>
            <a:r>
              <a:rPr lang="en-US" b="1" dirty="0"/>
              <a:t>urbanization and digital content creation</a:t>
            </a:r>
            <a:r>
              <a:rPr lang="en-US" dirty="0"/>
              <a:t>. Urban areas typically provide superior internet access, digital infrastructure, and a higher concentration of tech-savvy individuals—all of which enable and encourage participation on platforms like YouTube. Additionally, urban settings offer easier access to production equipment, potential collaborators, and brand partnerships. However, there are </a:t>
            </a:r>
            <a:r>
              <a:rPr lang="en-US" b="1" dirty="0"/>
              <a:t>notable exceptions</a:t>
            </a:r>
            <a:r>
              <a:rPr lang="en-US" dirty="0"/>
              <a:t>—most significantly </a:t>
            </a:r>
            <a:r>
              <a:rPr lang="en-US" b="1" dirty="0"/>
              <a:t>China</a:t>
            </a:r>
            <a:r>
              <a:rPr lang="en-US" dirty="0"/>
              <a:t>, which, despite having a high urban population, ranks among the </a:t>
            </a:r>
            <a:r>
              <a:rPr lang="en-US" b="1" dirty="0"/>
              <a:t>bottom 15 countries in terms of YouTube channel count</a:t>
            </a:r>
            <a:r>
              <a:rPr lang="en-US" dirty="0"/>
              <a:t>. This is due to the </a:t>
            </a:r>
            <a:r>
              <a:rPr lang="en-US" b="1" dirty="0"/>
              <a:t>ban on YouTube</a:t>
            </a:r>
            <a:r>
              <a:rPr lang="en-US" dirty="0"/>
              <a:t> in China, highlighting how </a:t>
            </a:r>
            <a:r>
              <a:rPr lang="en-US" b="1" dirty="0"/>
              <a:t>policy restrictions can override demographic and infrastructural advantages</a:t>
            </a:r>
            <a:r>
              <a:rPr lang="en-US" dirty="0"/>
              <a:t> in shaping online content ecosystems.</a:t>
            </a:r>
          </a:p>
          <a:p>
            <a:endParaRPr lang="en-IN" dirty="0"/>
          </a:p>
        </p:txBody>
      </p:sp>
    </p:spTree>
    <p:extLst>
      <p:ext uri="{BB962C8B-B14F-4D97-AF65-F5344CB8AC3E}">
        <p14:creationId xmlns:p14="http://schemas.microsoft.com/office/powerpoint/2010/main" val="1523539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8CDE-4470-7C81-2CB8-12225398D0C9}"/>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594A39C0-6BA4-394A-1FC0-4EB5DC6859EC}"/>
              </a:ext>
            </a:extLst>
          </p:cNvPr>
          <p:cNvPicPr/>
          <p:nvPr/>
        </p:nvPicPr>
        <p:blipFill>
          <a:blip r:embed="rId3"/>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08A1CCC9-C4C9-7ED2-3244-0F8897CD3855}"/>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Used </a:t>
            </a:r>
            <a:r>
              <a:rPr lang="en-US" sz="1400" dirty="0" err="1"/>
              <a:t>Plotly</a:t>
            </a:r>
            <a:r>
              <a:rPr lang="en-US" sz="1400" dirty="0"/>
              <a:t> geo scatter plot with coordinates.</a:t>
            </a:r>
          </a:p>
        </p:txBody>
      </p:sp>
      <p:sp>
        <p:nvSpPr>
          <p:cNvPr id="120" name="PlaceHolder 2">
            <a:extLst>
              <a:ext uri="{FF2B5EF4-FFF2-40B4-BE49-F238E27FC236}">
                <a16:creationId xmlns:a16="http://schemas.microsoft.com/office/drawing/2014/main" id="{6B2113E9-55F0-4790-4A6F-3A23CF4D3310}"/>
              </a:ext>
            </a:extLst>
          </p:cNvPr>
          <p:cNvSpPr>
            <a:spLocks noGrp="1"/>
          </p:cNvSpPr>
          <p:nvPr>
            <p:ph type="title"/>
          </p:nvPr>
        </p:nvSpPr>
        <p:spPr>
          <a:xfrm>
            <a:off x="1408090" y="1533599"/>
            <a:ext cx="3906230" cy="1922231"/>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Are there any patterns in the distribution of YouTube channels based on latitude and longitude coordinates?</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076AADAA-631A-EA5A-D2CB-BCC8DAB60B67}"/>
              </a:ext>
            </a:extLst>
          </p:cNvPr>
          <p:cNvSpPr>
            <a:spLocks noGrp="1"/>
          </p:cNvSpPr>
          <p:nvPr>
            <p:ph type="title"/>
          </p:nvPr>
        </p:nvSpPr>
        <p:spPr>
          <a:xfrm>
            <a:off x="649800" y="1914480"/>
            <a:ext cx="80122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14</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4B11D83A-12D3-A58E-3E95-2F09790D5736}"/>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18779696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076857-457D-1B21-8A9B-FDDE33F9B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781050"/>
            <a:ext cx="8501063" cy="4014788"/>
          </a:xfrm>
          <a:prstGeom prst="rect">
            <a:avLst/>
          </a:prstGeom>
        </p:spPr>
      </p:pic>
    </p:spTree>
    <p:extLst>
      <p:ext uri="{BB962C8B-B14F-4D97-AF65-F5344CB8AC3E}">
        <p14:creationId xmlns:p14="http://schemas.microsoft.com/office/powerpoint/2010/main" val="33151475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2A698-E0F1-245B-A6C4-ADF0DE0DF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FCD91-F5E6-6AD8-B1C6-26EB53640029}"/>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88BCAE49-0156-5796-325E-D80E43EA67D7}"/>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14AD414B-6E90-6E6E-F93A-C0A4EF2461DB}"/>
              </a:ext>
            </a:extLst>
          </p:cNvPr>
          <p:cNvSpPr txBox="1"/>
          <p:nvPr/>
        </p:nvSpPr>
        <p:spPr>
          <a:xfrm>
            <a:off x="523875" y="1342370"/>
            <a:ext cx="7877175" cy="3139321"/>
          </a:xfrm>
          <a:prstGeom prst="rect">
            <a:avLst/>
          </a:prstGeom>
          <a:noFill/>
        </p:spPr>
        <p:txBody>
          <a:bodyPr wrap="square" rtlCol="0">
            <a:spAutoFit/>
          </a:bodyPr>
          <a:lstStyle/>
          <a:p>
            <a:r>
              <a:rPr lang="en-US" dirty="0"/>
              <a:t>A geographic analysis of YouTube channels reveals </a:t>
            </a:r>
            <a:r>
              <a:rPr lang="en-US" b="1" dirty="0"/>
              <a:t>distinct spatial patterns</a:t>
            </a:r>
            <a:r>
              <a:rPr lang="en-US" dirty="0"/>
              <a:t>, with a dense concentration of creators in North America, Europe, and parts of South and East Asia. These regions coincide with highly developed countries where internet penetration, smartphone use, and digital content consumption are widespread. In contrast, there are sparse distributions in much of Africa, Central Asia, and parts of South America, indicating lower levels of participation from those regions—likely due to infrastructure gaps, economic limitations, or limited access to platforms. The map underscores a digital divide, where content creation is largely centered around technologically advanced and economically developed areas of the world.</a:t>
            </a:r>
            <a:endParaRPr lang="en-IN" dirty="0"/>
          </a:p>
        </p:txBody>
      </p:sp>
    </p:spTree>
    <p:extLst>
      <p:ext uri="{BB962C8B-B14F-4D97-AF65-F5344CB8AC3E}">
        <p14:creationId xmlns:p14="http://schemas.microsoft.com/office/powerpoint/2010/main" val="5076156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16C1-EB7F-546D-6C81-9316CF5849D6}"/>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B5556C8E-347D-A93B-F0B1-6DF421772EE7}"/>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915A4F50-667A-F80E-082B-250B2876D19E}"/>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Aggregated total subscribers per country and correlated with population.</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0EBCF392-1B3E-31A5-D76B-B183D501C31A}"/>
              </a:ext>
            </a:extLst>
          </p:cNvPr>
          <p:cNvSpPr>
            <a:spLocks noGrp="1"/>
          </p:cNvSpPr>
          <p:nvPr>
            <p:ph type="title"/>
          </p:nvPr>
        </p:nvSpPr>
        <p:spPr>
          <a:xfrm>
            <a:off x="1857240" y="1876022"/>
            <a:ext cx="3457080" cy="1181097"/>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What is the correlation between the number of subscribers and the population of a country?</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0583A1A0-9D1E-BF89-46CD-7639F14F3EA5}"/>
              </a:ext>
            </a:extLst>
          </p:cNvPr>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15</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CFF9D23C-1865-8D80-2FEB-8C3EE45EF46C}"/>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1048901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5FDB-477D-9B78-28E1-1DC85A0F1259}"/>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306689A7-6766-9803-03E4-A75FA7F0170C}"/>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696AF4B5-AD36-DB0A-2EFD-3DB26200B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42" y="712631"/>
            <a:ext cx="4198512" cy="4061138"/>
          </a:xfrm>
          <a:prstGeom prst="rect">
            <a:avLst/>
          </a:prstGeom>
        </p:spPr>
      </p:pic>
      <p:pic>
        <p:nvPicPr>
          <p:cNvPr id="4" name="Picture 3">
            <a:extLst>
              <a:ext uri="{FF2B5EF4-FFF2-40B4-BE49-F238E27FC236}">
                <a16:creationId xmlns:a16="http://schemas.microsoft.com/office/drawing/2014/main" id="{C1EA7559-5AC2-14A0-C987-CE5955D29241}"/>
              </a:ext>
            </a:extLst>
          </p:cNvPr>
          <p:cNvPicPr>
            <a:picLocks noChangeAspect="1"/>
          </p:cNvPicPr>
          <p:nvPr/>
        </p:nvPicPr>
        <p:blipFill>
          <a:blip r:embed="rId3"/>
          <a:stretch>
            <a:fillRect/>
          </a:stretch>
        </p:blipFill>
        <p:spPr>
          <a:xfrm>
            <a:off x="4572000" y="712632"/>
            <a:ext cx="4353058" cy="4061137"/>
          </a:xfrm>
          <a:prstGeom prst="rect">
            <a:avLst/>
          </a:prstGeom>
        </p:spPr>
      </p:pic>
    </p:spTree>
    <p:extLst>
      <p:ext uri="{BB962C8B-B14F-4D97-AF65-F5344CB8AC3E}">
        <p14:creationId xmlns:p14="http://schemas.microsoft.com/office/powerpoint/2010/main" val="41033775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46F3-74CA-37DE-76C9-2C64D0FBD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EA79F-250C-29B9-9357-B02F13AB4261}"/>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12F3068B-52A6-06FB-EADA-BFBF3C866E44}"/>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9CB9857D-8351-9E70-8B05-5DD9A92D2A03}"/>
              </a:ext>
            </a:extLst>
          </p:cNvPr>
          <p:cNvSpPr txBox="1"/>
          <p:nvPr/>
        </p:nvSpPr>
        <p:spPr>
          <a:xfrm>
            <a:off x="523875" y="1342370"/>
            <a:ext cx="7910513" cy="3693319"/>
          </a:xfrm>
          <a:prstGeom prst="rect">
            <a:avLst/>
          </a:prstGeom>
          <a:noFill/>
        </p:spPr>
        <p:txBody>
          <a:bodyPr wrap="square" rtlCol="0">
            <a:spAutoFit/>
          </a:bodyPr>
          <a:lstStyle/>
          <a:p>
            <a:r>
              <a:rPr lang="en-US" dirty="0"/>
              <a:t>The correlation between a country’s population and the total number of YouTube subscribers is </a:t>
            </a:r>
            <a:r>
              <a:rPr lang="en-US" b="1" dirty="0"/>
              <a:t>weakly positive (0.28)</a:t>
            </a:r>
            <a:r>
              <a:rPr lang="en-US" dirty="0"/>
              <a:t>. While this suggests that more populous countries may tend to have more subscribers, the relationship is far from strong. Countries like </a:t>
            </a:r>
            <a:r>
              <a:rPr lang="en-US" b="1" dirty="0"/>
              <a:t>India</a:t>
            </a:r>
            <a:r>
              <a:rPr lang="en-US" dirty="0"/>
              <a:t> and the </a:t>
            </a:r>
            <a:r>
              <a:rPr lang="en-US" b="1" dirty="0"/>
              <a:t>United States</a:t>
            </a:r>
            <a:r>
              <a:rPr lang="en-US" dirty="0"/>
              <a:t> do have both large populations and high subscriber counts, but others, such as </a:t>
            </a:r>
            <a:r>
              <a:rPr lang="en-US" b="1" dirty="0"/>
              <a:t>South Korea</a:t>
            </a:r>
            <a:r>
              <a:rPr lang="en-US" dirty="0"/>
              <a:t> or the </a:t>
            </a:r>
            <a:r>
              <a:rPr lang="en-US" b="1" dirty="0"/>
              <a:t>UK</a:t>
            </a:r>
            <a:r>
              <a:rPr lang="en-US" dirty="0"/>
              <a:t>, outperform on subscriber metrics relative to their size. This implies that </a:t>
            </a:r>
            <a:r>
              <a:rPr lang="en-US" b="1" dirty="0"/>
              <a:t>subscriber growth is influenced by more than just population</a:t>
            </a:r>
            <a:r>
              <a:rPr lang="en-US" dirty="0"/>
              <a:t>, including </a:t>
            </a:r>
            <a:r>
              <a:rPr lang="en-US" b="1" dirty="0"/>
              <a:t>digital infrastructure, content trends, language accessibility, and platform penetration</a:t>
            </a:r>
            <a:r>
              <a:rPr lang="en-US" dirty="0"/>
              <a:t>. Conversely, populous countries like </a:t>
            </a:r>
            <a:r>
              <a:rPr lang="en-US" b="1" dirty="0"/>
              <a:t>China</a:t>
            </a:r>
            <a:r>
              <a:rPr lang="en-US" dirty="0"/>
              <a:t>, despite massive populations, have negligible subscriber counts due to </a:t>
            </a:r>
            <a:r>
              <a:rPr lang="en-US" b="1" dirty="0"/>
              <a:t>restrictions on YouTube access</a:t>
            </a:r>
            <a:r>
              <a:rPr lang="en-US" dirty="0"/>
              <a:t>, emphasizing that </a:t>
            </a:r>
            <a:r>
              <a:rPr lang="en-US" b="1" dirty="0"/>
              <a:t>policy and cultural factors</a:t>
            </a:r>
            <a:r>
              <a:rPr lang="en-US" dirty="0"/>
              <a:t> are just as crucial as raw population.</a:t>
            </a:r>
          </a:p>
          <a:p>
            <a:endParaRPr lang="en-IN" dirty="0"/>
          </a:p>
        </p:txBody>
      </p:sp>
    </p:spTree>
    <p:extLst>
      <p:ext uri="{BB962C8B-B14F-4D97-AF65-F5344CB8AC3E}">
        <p14:creationId xmlns:p14="http://schemas.microsoft.com/office/powerpoint/2010/main" val="1233135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20D0-0E95-4210-D702-FAD7F3977E5C}"/>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ADF886A8-6E73-0B72-694C-0CE9C50FC473}"/>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3DFF077B-0C29-1AAE-FD81-056D62C085C1}"/>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Bar plot of population for the 10 countries with the most channels.</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E55246CE-AB38-BBDE-5360-9863A9BDA7FE}"/>
              </a:ext>
            </a:extLst>
          </p:cNvPr>
          <p:cNvSpPr>
            <a:spLocks noGrp="1"/>
          </p:cNvSpPr>
          <p:nvPr>
            <p:ph type="title"/>
          </p:nvPr>
        </p:nvSpPr>
        <p:spPr>
          <a:xfrm>
            <a:off x="1472485" y="1498242"/>
            <a:ext cx="4056845" cy="2176530"/>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How do the top 10 countries with the highest number of YouTube channels compare in terms of their total population?</a:t>
            </a:r>
            <a:br>
              <a:rPr lang="en-IN" dirty="0"/>
            </a:br>
            <a:endParaRPr lang="fr-FR" sz="40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487B6A23-AC33-E68D-A303-C5D1CB3842B2}"/>
              </a:ext>
            </a:extLst>
          </p:cNvPr>
          <p:cNvSpPr>
            <a:spLocks noGrp="1"/>
          </p:cNvSpPr>
          <p:nvPr>
            <p:ph type="title"/>
          </p:nvPr>
        </p:nvSpPr>
        <p:spPr>
          <a:xfrm>
            <a:off x="721218" y="1914480"/>
            <a:ext cx="79849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16</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C8BFF9A3-ED95-1E7D-6330-C666124877BC}"/>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17286347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FF797-B220-4BEF-6A50-0C9B82EEE46D}"/>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75938026-D86C-734D-162C-10F58E929DD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574F0CD5-7CBE-1E68-3E3C-F1716C382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62" y="691166"/>
            <a:ext cx="8710412" cy="4056845"/>
          </a:xfrm>
          <a:prstGeom prst="rect">
            <a:avLst/>
          </a:prstGeom>
        </p:spPr>
      </p:pic>
    </p:spTree>
    <p:extLst>
      <p:ext uri="{BB962C8B-B14F-4D97-AF65-F5344CB8AC3E}">
        <p14:creationId xmlns:p14="http://schemas.microsoft.com/office/powerpoint/2010/main" val="9820285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3ED6-9B5B-A0A1-466A-E26E59D49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72950-FB7B-4804-D518-468BDC174EDC}"/>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59894502-940C-AB5A-D7D9-F5503AD5C3A4}"/>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FF300199-132B-F671-048C-60AD306A76F7}"/>
              </a:ext>
            </a:extLst>
          </p:cNvPr>
          <p:cNvSpPr txBox="1"/>
          <p:nvPr/>
        </p:nvSpPr>
        <p:spPr>
          <a:xfrm>
            <a:off x="812366" y="1262063"/>
            <a:ext cx="7286625" cy="3693319"/>
          </a:xfrm>
          <a:prstGeom prst="rect">
            <a:avLst/>
          </a:prstGeom>
          <a:noFill/>
        </p:spPr>
        <p:txBody>
          <a:bodyPr wrap="square" rtlCol="0">
            <a:spAutoFit/>
          </a:bodyPr>
          <a:lstStyle/>
          <a:p>
            <a:r>
              <a:rPr lang="en-US" dirty="0"/>
              <a:t>The top 10 countries with the most YouTube channels include both </a:t>
            </a:r>
            <a:r>
              <a:rPr lang="en-US" b="1" dirty="0"/>
              <a:t>highly populated countries</a:t>
            </a:r>
            <a:r>
              <a:rPr lang="en-US" dirty="0"/>
              <a:t> like </a:t>
            </a:r>
            <a:r>
              <a:rPr lang="en-US" b="1" dirty="0"/>
              <a:t>India</a:t>
            </a:r>
            <a:r>
              <a:rPr lang="en-US" dirty="0"/>
              <a:t>, </a:t>
            </a:r>
            <a:r>
              <a:rPr lang="en-US" b="1" dirty="0"/>
              <a:t>the United States</a:t>
            </a:r>
            <a:r>
              <a:rPr lang="en-US" dirty="0"/>
              <a:t>, and </a:t>
            </a:r>
            <a:r>
              <a:rPr lang="en-US" b="1" dirty="0"/>
              <a:t>Brazil</a:t>
            </a:r>
            <a:r>
              <a:rPr lang="en-US" dirty="0"/>
              <a:t>, as well as </a:t>
            </a:r>
            <a:r>
              <a:rPr lang="en-US" b="1" dirty="0"/>
              <a:t>moderately populated</a:t>
            </a:r>
            <a:r>
              <a:rPr lang="en-US" dirty="0"/>
              <a:t> ones like </a:t>
            </a:r>
            <a:r>
              <a:rPr lang="en-US" b="1" dirty="0"/>
              <a:t>South Korea</a:t>
            </a:r>
            <a:r>
              <a:rPr lang="en-US" dirty="0"/>
              <a:t> and </a:t>
            </a:r>
            <a:r>
              <a:rPr lang="en-US" b="1" dirty="0"/>
              <a:t>Thailand</a:t>
            </a:r>
            <a:r>
              <a:rPr lang="en-US" dirty="0"/>
              <a:t>. While there is some alignment between </a:t>
            </a:r>
            <a:r>
              <a:rPr lang="en-US" b="1" dirty="0"/>
              <a:t>population size and channel count</a:t>
            </a:r>
            <a:r>
              <a:rPr lang="en-US" dirty="0"/>
              <a:t>, the relationship isn't proportional. For example, </a:t>
            </a:r>
            <a:r>
              <a:rPr lang="en-US" b="1" dirty="0"/>
              <a:t>India</a:t>
            </a:r>
            <a:r>
              <a:rPr lang="en-US" dirty="0"/>
              <a:t> and </a:t>
            </a:r>
            <a:r>
              <a:rPr lang="en-US" b="1" dirty="0"/>
              <a:t>the United States</a:t>
            </a:r>
            <a:r>
              <a:rPr lang="en-US" dirty="0"/>
              <a:t> rank high in both metrics, but countries like </a:t>
            </a:r>
            <a:r>
              <a:rPr lang="en-US" b="1" dirty="0"/>
              <a:t>China</a:t>
            </a:r>
            <a:r>
              <a:rPr lang="en-US" dirty="0"/>
              <a:t>, despite its massive population, are underrepresented due to </a:t>
            </a:r>
            <a:r>
              <a:rPr lang="en-US" b="1" dirty="0"/>
              <a:t>platform restrictions</a:t>
            </a:r>
            <a:r>
              <a:rPr lang="en-US" dirty="0"/>
              <a:t> (YouTube is banned). On the other hand, </a:t>
            </a:r>
            <a:r>
              <a:rPr lang="en-US" b="1" dirty="0"/>
              <a:t>South Korea</a:t>
            </a:r>
            <a:r>
              <a:rPr lang="en-US" dirty="0"/>
              <a:t>, with a much smaller population, has a disproportionately high number of channels, indicating that </a:t>
            </a:r>
            <a:r>
              <a:rPr lang="en-US" b="1" dirty="0"/>
              <a:t>factors like internet freedom, digital culture, and creator incentives</a:t>
            </a:r>
            <a:r>
              <a:rPr lang="en-US" dirty="0"/>
              <a:t> also play crucial roles in driving channel creation.</a:t>
            </a:r>
          </a:p>
          <a:p>
            <a:endParaRPr lang="en-IN" dirty="0"/>
          </a:p>
        </p:txBody>
      </p:sp>
    </p:spTree>
    <p:extLst>
      <p:ext uri="{BB962C8B-B14F-4D97-AF65-F5344CB8AC3E}">
        <p14:creationId xmlns:p14="http://schemas.microsoft.com/office/powerpoint/2010/main" val="11066849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CC0B0-7A38-0B86-738C-AE398E9C6745}"/>
            </a:ext>
          </a:extLst>
        </p:cNvPr>
        <p:cNvGrpSpPr/>
        <p:nvPr/>
      </p:nvGrpSpPr>
      <p:grpSpPr>
        <a:xfrm>
          <a:off x="0" y="0"/>
          <a:ext cx="0" cy="0"/>
          <a:chOff x="0" y="0"/>
          <a:chExt cx="0" cy="0"/>
        </a:xfrm>
      </p:grpSpPr>
      <p:pic>
        <p:nvPicPr>
          <p:cNvPr id="118" name="Google Shape;259;p32">
            <a:extLst>
              <a:ext uri="{FF2B5EF4-FFF2-40B4-BE49-F238E27FC236}">
                <a16:creationId xmlns:a16="http://schemas.microsoft.com/office/drawing/2014/main" id="{3616F1CF-5A55-095F-D076-9695C6C62176}"/>
              </a:ext>
            </a:extLst>
          </p:cNvPr>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19" name="PlaceHolder 1">
            <a:extLst>
              <a:ext uri="{FF2B5EF4-FFF2-40B4-BE49-F238E27FC236}">
                <a16:creationId xmlns:a16="http://schemas.microsoft.com/office/drawing/2014/main" id="{C7BB3CFE-1039-D2A6-8188-A0E95675DD62}"/>
              </a:ext>
            </a:extLst>
          </p:cNvPr>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Merged unemployment and 30-day subscriber gain; calculated correlation and plotted scatter.</a:t>
            </a:r>
            <a:endParaRPr lang="en-US" sz="1400" b="0" u="none" strike="noStrike" dirty="0">
              <a:solidFill>
                <a:schemeClr val="dk1"/>
              </a:solidFill>
              <a:effectLst/>
              <a:uFillTx/>
              <a:latin typeface="Roboto Mono"/>
              <a:ea typeface="Roboto Mono"/>
            </a:endParaRPr>
          </a:p>
        </p:txBody>
      </p:sp>
      <p:sp>
        <p:nvSpPr>
          <p:cNvPr id="120" name="PlaceHolder 2">
            <a:extLst>
              <a:ext uri="{FF2B5EF4-FFF2-40B4-BE49-F238E27FC236}">
                <a16:creationId xmlns:a16="http://schemas.microsoft.com/office/drawing/2014/main" id="{F31E5981-4954-CBAF-1329-AB696E8C3C1B}"/>
              </a:ext>
            </a:extLst>
          </p:cNvPr>
          <p:cNvSpPr>
            <a:spLocks noGrp="1"/>
          </p:cNvSpPr>
          <p:nvPr>
            <p:ph type="title"/>
          </p:nvPr>
        </p:nvSpPr>
        <p:spPr>
          <a:xfrm>
            <a:off x="1244958" y="1533600"/>
            <a:ext cx="4370231" cy="1578794"/>
          </a:xfrm>
          <a:prstGeom prst="rect">
            <a:avLst/>
          </a:prstGeom>
          <a:noFill/>
          <a:ln w="0">
            <a:noFill/>
          </a:ln>
        </p:spPr>
        <p:txBody>
          <a:bodyPr lIns="91440" tIns="91440" rIns="91440" bIns="91440" anchor="ctr">
            <a:noAutofit/>
          </a:bodyPr>
          <a:lstStyle/>
          <a:p>
            <a:pPr>
              <a:lnSpc>
                <a:spcPct val="100000"/>
              </a:lnSpc>
              <a:tabLst>
                <a:tab pos="0" algn="l"/>
              </a:tabLst>
            </a:pPr>
            <a:r>
              <a:rPr lang="en-US" sz="2400" dirty="0"/>
              <a:t>Is there a correlation between the number of subscribers gained in the last 30 days and the unemployment rate in a country?</a:t>
            </a:r>
            <a:endParaRPr lang="fr-FR" sz="2400" b="0" u="none" strike="noStrike" dirty="0">
              <a:solidFill>
                <a:schemeClr val="dk1"/>
              </a:solidFill>
              <a:effectLst/>
              <a:uFillTx/>
              <a:latin typeface="Arial"/>
            </a:endParaRPr>
          </a:p>
        </p:txBody>
      </p:sp>
      <p:sp>
        <p:nvSpPr>
          <p:cNvPr id="121" name="PlaceHolder 3">
            <a:extLst>
              <a:ext uri="{FF2B5EF4-FFF2-40B4-BE49-F238E27FC236}">
                <a16:creationId xmlns:a16="http://schemas.microsoft.com/office/drawing/2014/main" id="{7D98100B-0F6E-73E0-47C5-73321DA5CC01}"/>
              </a:ext>
            </a:extLst>
          </p:cNvPr>
          <p:cNvSpPr>
            <a:spLocks noGrp="1"/>
          </p:cNvSpPr>
          <p:nvPr>
            <p:ph type="title"/>
          </p:nvPr>
        </p:nvSpPr>
        <p:spPr>
          <a:xfrm>
            <a:off x="562377" y="1914480"/>
            <a:ext cx="819957"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b="0" u="none" strike="noStrike" dirty="0">
                <a:solidFill>
                  <a:schemeClr val="dk2"/>
                </a:solidFill>
                <a:effectLst/>
                <a:uFillTx/>
                <a:latin typeface="VT323"/>
                <a:ea typeface="VT323"/>
              </a:rPr>
              <a:t>17</a:t>
            </a:r>
            <a:endParaRPr lang="fr-FR" sz="5000" b="0" u="none" strike="noStrike" dirty="0">
              <a:solidFill>
                <a:schemeClr val="dk1"/>
              </a:solidFill>
              <a:effectLst/>
              <a:uFillTx/>
              <a:latin typeface="Arial"/>
            </a:endParaRPr>
          </a:p>
        </p:txBody>
      </p:sp>
      <p:grpSp>
        <p:nvGrpSpPr>
          <p:cNvPr id="122" name="Google Shape;263;p32">
            <a:extLst>
              <a:ext uri="{FF2B5EF4-FFF2-40B4-BE49-F238E27FC236}">
                <a16:creationId xmlns:a16="http://schemas.microsoft.com/office/drawing/2014/main" id="{0527AE12-E3DF-21F6-FB4C-9AEFA10277AD}"/>
              </a:ext>
            </a:extLst>
          </p:cNvPr>
          <p:cNvGrpSpPr/>
          <p:nvPr/>
        </p:nvGrpSpPr>
        <p:grpSpPr>
          <a:xfrm>
            <a:off x="6386760" y="947160"/>
            <a:ext cx="2107080" cy="265320"/>
            <a:chOff x="6386760" y="947160"/>
            <a:chExt cx="2107080" cy="265320"/>
          </a:xfrm>
        </p:grpSpPr>
      </p:grpSp>
    </p:spTree>
    <p:extLst>
      <p:ext uri="{BB962C8B-B14F-4D97-AF65-F5344CB8AC3E}">
        <p14:creationId xmlns:p14="http://schemas.microsoft.com/office/powerpoint/2010/main" val="36018648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2524-9105-31BD-9CBE-DD49C8850857}"/>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8FD339A9-C664-4221-E6E3-2AAD2F5D214A}"/>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7704C11C-2C36-9DB7-635E-6CE8493F4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41" y="699752"/>
            <a:ext cx="4039674" cy="4095482"/>
          </a:xfrm>
          <a:prstGeom prst="rect">
            <a:avLst/>
          </a:prstGeom>
        </p:spPr>
      </p:pic>
      <p:pic>
        <p:nvPicPr>
          <p:cNvPr id="4" name="Picture 3">
            <a:extLst>
              <a:ext uri="{FF2B5EF4-FFF2-40B4-BE49-F238E27FC236}">
                <a16:creationId xmlns:a16="http://schemas.microsoft.com/office/drawing/2014/main" id="{90C6402B-A9B2-76A7-9A90-1781317CDD90}"/>
              </a:ext>
            </a:extLst>
          </p:cNvPr>
          <p:cNvPicPr>
            <a:picLocks noChangeAspect="1"/>
          </p:cNvPicPr>
          <p:nvPr/>
        </p:nvPicPr>
        <p:blipFill>
          <a:blip r:embed="rId3"/>
          <a:stretch>
            <a:fillRect/>
          </a:stretch>
        </p:blipFill>
        <p:spPr>
          <a:xfrm>
            <a:off x="4258614" y="699753"/>
            <a:ext cx="4623449" cy="4095482"/>
          </a:xfrm>
          <a:prstGeom prst="rect">
            <a:avLst/>
          </a:prstGeom>
        </p:spPr>
      </p:pic>
    </p:spTree>
    <p:extLst>
      <p:ext uri="{BB962C8B-B14F-4D97-AF65-F5344CB8AC3E}">
        <p14:creationId xmlns:p14="http://schemas.microsoft.com/office/powerpoint/2010/main" val="2359385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96D55-8486-EFE2-5C6D-ED05A43E7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5CD8B-5652-7E4F-320C-AA997BB834B0}"/>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0CE4168C-C646-6A51-1352-3AAEFF723158}"/>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5" name="TextBox 4">
            <a:extLst>
              <a:ext uri="{FF2B5EF4-FFF2-40B4-BE49-F238E27FC236}">
                <a16:creationId xmlns:a16="http://schemas.microsoft.com/office/drawing/2014/main" id="{282FBBEF-896C-C9F6-F2F2-AD77822B0A09}"/>
              </a:ext>
            </a:extLst>
          </p:cNvPr>
          <p:cNvSpPr txBox="1"/>
          <p:nvPr/>
        </p:nvSpPr>
        <p:spPr>
          <a:xfrm>
            <a:off x="361950" y="1409700"/>
            <a:ext cx="8305800" cy="2862322"/>
          </a:xfrm>
          <a:prstGeom prst="rect">
            <a:avLst/>
          </a:prstGeom>
          <a:noFill/>
        </p:spPr>
        <p:txBody>
          <a:bodyPr wrap="square" rtlCol="0">
            <a:spAutoFit/>
          </a:bodyPr>
          <a:lstStyle/>
          <a:p>
            <a:r>
              <a:rPr lang="en-US" dirty="0"/>
              <a:t>The correlation between subscribers gained in the last 30 days and a country’s unemployment rate is </a:t>
            </a:r>
            <a:r>
              <a:rPr lang="en-US" b="1" dirty="0"/>
              <a:t>weak (0.25)</a:t>
            </a:r>
            <a:r>
              <a:rPr lang="en-US" dirty="0"/>
              <a:t>, indicating that </a:t>
            </a:r>
            <a:r>
              <a:rPr lang="en-US" b="1" dirty="0"/>
              <a:t>recent subscriber growth is only mildly associated with unemployment levels</a:t>
            </a:r>
            <a:r>
              <a:rPr lang="en-US" dirty="0"/>
              <a:t>. While one might expect higher unemployment to lead to increased online activity or content creation, the data does not support a strong link. This suggests that </a:t>
            </a:r>
            <a:r>
              <a:rPr lang="en-US" b="1" dirty="0"/>
              <a:t>algorithmic exposure, viral content trends, and creator engagement</a:t>
            </a:r>
            <a:r>
              <a:rPr lang="en-US" dirty="0"/>
              <a:t> are more dominant forces behind subscriber increases than economic hardship. Therefore, while unemployment might have a small influence, </a:t>
            </a:r>
            <a:r>
              <a:rPr lang="en-US" b="1" dirty="0"/>
              <a:t>YouTube subscriber surges are primarily shaped by digital and content-driven factors</a:t>
            </a:r>
            <a:r>
              <a:rPr lang="en-US" dirty="0"/>
              <a:t>, not macroeconomic ones.</a:t>
            </a:r>
            <a:endParaRPr lang="en-IN" dirty="0"/>
          </a:p>
        </p:txBody>
      </p:sp>
    </p:spTree>
    <p:extLst>
      <p:ext uri="{BB962C8B-B14F-4D97-AF65-F5344CB8AC3E}">
        <p14:creationId xmlns:p14="http://schemas.microsoft.com/office/powerpoint/2010/main" val="33315114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Google Shape;259;p32"/>
          <p:cNvPicPr/>
          <p:nvPr/>
        </p:nvPicPr>
        <p:blipFill>
          <a:blip r:embed="rId3"/>
          <a:srcRect l="20933" r="20933"/>
          <a:stretch/>
        </p:blipFill>
        <p:spPr>
          <a:xfrm flipH="1">
            <a:off x="6387120" y="947160"/>
            <a:ext cx="2107080" cy="2067120"/>
          </a:xfrm>
          <a:prstGeom prst="rect">
            <a:avLst/>
          </a:prstGeom>
          <a:noFill/>
          <a:ln w="19050">
            <a:solidFill>
              <a:srgbClr val="707070"/>
            </a:solidFill>
            <a:round/>
          </a:ln>
        </p:spPr>
      </p:pic>
      <p:sp>
        <p:nvSpPr>
          <p:cNvPr id="133" name="PlaceHolder 2"/>
          <p:cNvSpPr>
            <a:spLocks noGrp="1"/>
          </p:cNvSpPr>
          <p:nvPr>
            <p:ph type="title"/>
          </p:nvPr>
        </p:nvSpPr>
        <p:spPr>
          <a:xfrm>
            <a:off x="1420969" y="1858850"/>
            <a:ext cx="3893351" cy="1198269"/>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How does the distribution of video views for the last 30 days vary across different channel types?</a:t>
            </a:r>
            <a:br>
              <a:rPr lang="en-IN" dirty="0"/>
            </a:br>
            <a:endParaRPr lang="fr-FR" sz="4000" b="0" u="none" strike="noStrike" dirty="0">
              <a:solidFill>
                <a:schemeClr val="dk1"/>
              </a:solidFill>
              <a:effectLst/>
              <a:uFillTx/>
              <a:latin typeface="Arial"/>
            </a:endParaRPr>
          </a:p>
        </p:txBody>
      </p:sp>
      <p:sp>
        <p:nvSpPr>
          <p:cNvPr id="134" name="PlaceHolder 3"/>
          <p:cNvSpPr>
            <a:spLocks noGrp="1"/>
          </p:cNvSpPr>
          <p:nvPr>
            <p:ph type="title"/>
          </p:nvPr>
        </p:nvSpPr>
        <p:spPr>
          <a:xfrm>
            <a:off x="716924" y="1914480"/>
            <a:ext cx="777025"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dirty="0">
                <a:solidFill>
                  <a:schemeClr val="dk2"/>
                </a:solidFill>
                <a:latin typeface="VT323"/>
              </a:rPr>
              <a:t>18</a:t>
            </a:r>
            <a:endParaRPr lang="fr-FR" sz="5000" b="0" u="none" strike="noStrike" dirty="0">
              <a:solidFill>
                <a:schemeClr val="dk1"/>
              </a:solidFill>
              <a:effectLst/>
              <a:uFillTx/>
              <a:latin typeface="Arial"/>
            </a:endParaRPr>
          </a:p>
        </p:txBody>
      </p:sp>
      <p:grpSp>
        <p:nvGrpSpPr>
          <p:cNvPr id="135" name="Google Shape;263;p32"/>
          <p:cNvGrpSpPr/>
          <p:nvPr/>
        </p:nvGrpSpPr>
        <p:grpSpPr>
          <a:xfrm>
            <a:off x="6386760" y="947160"/>
            <a:ext cx="2107080" cy="265320"/>
            <a:chOff x="6386760" y="947160"/>
            <a:chExt cx="2107080" cy="265320"/>
          </a:xfrm>
        </p:grpSpPr>
      </p:grpSp>
      <p:sp>
        <p:nvSpPr>
          <p:cNvPr id="2" name="Subtitle 1">
            <a:extLst>
              <a:ext uri="{FF2B5EF4-FFF2-40B4-BE49-F238E27FC236}">
                <a16:creationId xmlns:a16="http://schemas.microsoft.com/office/drawing/2014/main" id="{6035347E-726A-EA66-8A5C-76B5ACDED11F}"/>
              </a:ext>
            </a:extLst>
          </p:cNvPr>
          <p:cNvSpPr>
            <a:spLocks noGrp="1" noChangeArrowheads="1"/>
          </p:cNvSpPr>
          <p:nvPr>
            <p:ph type="subTitle"/>
          </p:nvPr>
        </p:nvSpPr>
        <p:spPr bwMode="auto">
          <a:xfrm>
            <a:off x="3467100" y="3986540"/>
            <a:ext cx="5067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rPr>
              <a:t>Boxplot of video_views_last_30_days grouped by </a:t>
            </a:r>
            <a:r>
              <a:rPr kumimoji="0" lang="en-US" altLang="en-US" sz="1400" b="0" i="0" u="none" strike="noStrike" cap="none" normalizeH="0" baseline="0" dirty="0" err="1">
                <a:ln>
                  <a:noFill/>
                </a:ln>
                <a:solidFill>
                  <a:schemeClr val="tx1"/>
                </a:solidFill>
                <a:effectLst/>
              </a:rPr>
              <a:t>channel_type</a:t>
            </a:r>
            <a:endParaRPr kumimoji="0" lang="en-US" altLang="en-US" sz="1400" b="0" i="0" u="none" strike="noStrike" cap="none" normalizeH="0" baseline="0" dirty="0">
              <a:ln>
                <a:noFill/>
              </a:ln>
              <a:solidFill>
                <a:schemeClr val="tx1"/>
              </a:solidFill>
              <a:effectLs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68A48-EEE2-E534-A9CB-775193F5812C}"/>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609FA739-01A6-E687-37CC-5335C5644A14}"/>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B3C06D45-103B-2E4D-B339-6BC6FDEAE4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296" y="682580"/>
            <a:ext cx="8715935" cy="4121240"/>
          </a:xfrm>
          <a:prstGeom prst="rect">
            <a:avLst/>
          </a:prstGeom>
        </p:spPr>
      </p:pic>
    </p:spTree>
    <p:extLst>
      <p:ext uri="{BB962C8B-B14F-4D97-AF65-F5344CB8AC3E}">
        <p14:creationId xmlns:p14="http://schemas.microsoft.com/office/powerpoint/2010/main" val="30004371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B4CE5-0815-C317-4796-2BDAF56DD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7018E-30DB-84C9-E5F3-213A61AE2704}"/>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EE8784C6-1C4C-0256-E967-D85CCB9695D8}"/>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6E086264-84D9-DFE1-2189-B87BF9C102E0}"/>
              </a:ext>
            </a:extLst>
          </p:cNvPr>
          <p:cNvSpPr txBox="1"/>
          <p:nvPr/>
        </p:nvSpPr>
        <p:spPr>
          <a:xfrm>
            <a:off x="533760" y="1390650"/>
            <a:ext cx="7843837" cy="3416320"/>
          </a:xfrm>
          <a:prstGeom prst="rect">
            <a:avLst/>
          </a:prstGeom>
          <a:noFill/>
        </p:spPr>
        <p:txBody>
          <a:bodyPr wrap="square" rtlCol="0">
            <a:spAutoFit/>
          </a:bodyPr>
          <a:lstStyle/>
          <a:p>
            <a:r>
              <a:rPr lang="en-US" dirty="0"/>
              <a:t>The boxplot reveals considerable variation in video views across different YouTube channel types over the last 30 days. </a:t>
            </a:r>
            <a:r>
              <a:rPr lang="en-US" b="1" dirty="0"/>
              <a:t>Animal channels</a:t>
            </a:r>
            <a:r>
              <a:rPr lang="en-US" dirty="0"/>
              <a:t> stand out with the </a:t>
            </a:r>
            <a:r>
              <a:rPr lang="en-US" b="1" dirty="0"/>
              <a:t>highest median view count</a:t>
            </a:r>
            <a:r>
              <a:rPr lang="en-US" dirty="0"/>
              <a:t>, indicating consistently strong performance. Despite fewer outliers, their central tendency is notably higher than most other categories. </a:t>
            </a:r>
            <a:r>
              <a:rPr lang="en-US" b="1" dirty="0"/>
              <a:t>Entertainment, Music, and People channels</a:t>
            </a:r>
            <a:r>
              <a:rPr lang="en-US" dirty="0"/>
              <a:t> also exhibit high variability, with several extreme outliers indicating viral content or top-performing creators. In contrast, categories like </a:t>
            </a:r>
            <a:r>
              <a:rPr lang="en-US" b="1" dirty="0" err="1"/>
              <a:t>Howto</a:t>
            </a:r>
            <a:r>
              <a:rPr lang="en-US" b="1" dirty="0"/>
              <a:t>, Tech, Nonprofit, and Film</a:t>
            </a:r>
            <a:r>
              <a:rPr lang="en-US" dirty="0"/>
              <a:t> have relatively lower median views and narrower interquartile ranges, suggesting more stable but modest performance. The wide spread of outliers in many categories reflects the platform’s </a:t>
            </a:r>
            <a:r>
              <a:rPr lang="en-US" b="1" dirty="0"/>
              <a:t>viral nature</a:t>
            </a:r>
            <a:r>
              <a:rPr lang="en-US" dirty="0"/>
              <a:t>, where a few videos or channels can disproportionately skew visibility and reach.</a:t>
            </a:r>
          </a:p>
        </p:txBody>
      </p:sp>
    </p:spTree>
    <p:extLst>
      <p:ext uri="{BB962C8B-B14F-4D97-AF65-F5344CB8AC3E}">
        <p14:creationId xmlns:p14="http://schemas.microsoft.com/office/powerpoint/2010/main" val="21277064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 name="Google Shape;259;p32"/>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45" name="PlaceHolder 1"/>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Grouped average uploads by creation month and plotted.</a:t>
            </a:r>
            <a:endParaRPr lang="en-US" sz="1400" b="0" u="none" strike="noStrike" dirty="0">
              <a:solidFill>
                <a:schemeClr val="dk1"/>
              </a:solidFill>
              <a:effectLst/>
              <a:uFillTx/>
              <a:latin typeface="Roboto Mono"/>
              <a:ea typeface="Roboto Mono"/>
            </a:endParaRPr>
          </a:p>
        </p:txBody>
      </p:sp>
      <p:sp>
        <p:nvSpPr>
          <p:cNvPr id="146" name="PlaceHolder 2"/>
          <p:cNvSpPr>
            <a:spLocks noGrp="1"/>
          </p:cNvSpPr>
          <p:nvPr>
            <p:ph type="title"/>
          </p:nvPr>
        </p:nvSpPr>
        <p:spPr>
          <a:xfrm>
            <a:off x="1562040" y="1970468"/>
            <a:ext cx="3752280" cy="1086652"/>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Are there any seasonal trends in the number of videos uploaded by YouTube channels?</a:t>
            </a:r>
            <a:br>
              <a:rPr lang="en-IN" dirty="0"/>
            </a:br>
            <a:endParaRPr lang="fr-FR" sz="4000" b="0" u="none" strike="noStrike" dirty="0">
              <a:solidFill>
                <a:schemeClr val="dk1"/>
              </a:solidFill>
              <a:effectLst/>
              <a:uFillTx/>
              <a:latin typeface="Arial"/>
            </a:endParaRPr>
          </a:p>
        </p:txBody>
      </p:sp>
      <p:sp>
        <p:nvSpPr>
          <p:cNvPr id="147" name="PlaceHolder 3"/>
          <p:cNvSpPr>
            <a:spLocks noGrp="1"/>
          </p:cNvSpPr>
          <p:nvPr>
            <p:ph type="title"/>
          </p:nvPr>
        </p:nvSpPr>
        <p:spPr>
          <a:xfrm>
            <a:off x="781200" y="1914480"/>
            <a:ext cx="780840"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dirty="0">
                <a:solidFill>
                  <a:schemeClr val="dk2"/>
                </a:solidFill>
                <a:latin typeface="VT323"/>
              </a:rPr>
              <a:t>19</a:t>
            </a:r>
            <a:endParaRPr lang="fr-FR" sz="5000" b="0" u="none" strike="noStrike" dirty="0">
              <a:solidFill>
                <a:schemeClr val="dk1"/>
              </a:solidFill>
              <a:effectLst/>
              <a:uFillTx/>
              <a:latin typeface="Arial"/>
            </a:endParaRPr>
          </a:p>
        </p:txBody>
      </p:sp>
      <p:grpSp>
        <p:nvGrpSpPr>
          <p:cNvPr id="148" name="Google Shape;263;p32"/>
          <p:cNvGrpSpPr/>
          <p:nvPr/>
        </p:nvGrpSpPr>
        <p:grpSpPr>
          <a:xfrm>
            <a:off x="6386760" y="947160"/>
            <a:ext cx="2107080" cy="265320"/>
            <a:chOff x="6386760" y="947160"/>
            <a:chExt cx="2107080" cy="265320"/>
          </a:xfrm>
        </p:grpSpPr>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8F7AF-1A60-81F2-2F30-EC11C13407E8}"/>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F199345D-D9B7-D016-341B-CAF29DC7100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44947610-B10C-EC64-0D75-F3CC1FF37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113" y="772732"/>
            <a:ext cx="8652428" cy="4018209"/>
          </a:xfrm>
          <a:prstGeom prst="rect">
            <a:avLst/>
          </a:prstGeom>
        </p:spPr>
      </p:pic>
    </p:spTree>
    <p:extLst>
      <p:ext uri="{BB962C8B-B14F-4D97-AF65-F5344CB8AC3E}">
        <p14:creationId xmlns:p14="http://schemas.microsoft.com/office/powerpoint/2010/main" val="33629728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7E235-8DB1-9E58-261D-35140F97A0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594539-6FC7-C71B-7B2B-390E5FDEDB13}"/>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7E5084D5-1E2B-45C6-2C8A-BF99C3FB6671}"/>
              </a:ext>
            </a:extLst>
          </p:cNvPr>
          <p:cNvSpPr txBox="1"/>
          <p:nvPr/>
        </p:nvSpPr>
        <p:spPr>
          <a:xfrm>
            <a:off x="600075" y="1495425"/>
            <a:ext cx="7943850" cy="3139321"/>
          </a:xfrm>
          <a:prstGeom prst="rect">
            <a:avLst/>
          </a:prstGeom>
          <a:noFill/>
        </p:spPr>
        <p:txBody>
          <a:bodyPr wrap="square" rtlCol="0">
            <a:spAutoFit/>
          </a:bodyPr>
          <a:lstStyle/>
          <a:p>
            <a:r>
              <a:rPr lang="en-US" dirty="0"/>
              <a:t>Yes, there appear to be seasonal patterns in the average number of uploads based on the channel creation month. Channels created in </a:t>
            </a:r>
            <a:r>
              <a:rPr lang="en-US" b="1" dirty="0"/>
              <a:t>August and October</a:t>
            </a:r>
            <a:r>
              <a:rPr lang="en-US" dirty="0"/>
              <a:t> show the </a:t>
            </a:r>
            <a:r>
              <a:rPr lang="en-US" b="1" dirty="0"/>
              <a:t>highest average number of uploads</a:t>
            </a:r>
            <a:r>
              <a:rPr lang="en-US" dirty="0"/>
              <a:t>, with values exceeding </a:t>
            </a:r>
            <a:r>
              <a:rPr lang="en-US" b="1" dirty="0"/>
              <a:t>16,000</a:t>
            </a:r>
            <a:r>
              <a:rPr lang="en-US" dirty="0"/>
              <a:t>, suggesting possible spikes in motivation or engagement during these months—potentially linked to post-summer schedules or festive seasons. In contrast, channels created in </a:t>
            </a:r>
            <a:r>
              <a:rPr lang="en-US" b="1" dirty="0"/>
              <a:t>April and December</a:t>
            </a:r>
            <a:r>
              <a:rPr lang="en-US" dirty="0"/>
              <a:t> have the </a:t>
            </a:r>
            <a:r>
              <a:rPr lang="en-US" b="1" dirty="0"/>
              <a:t>lowest average uploads</a:t>
            </a:r>
            <a:r>
              <a:rPr lang="en-US" dirty="0"/>
              <a:t>, which might be attributed to transitional academic or holiday periods. While these trends don’t necessarily reflect actual seasonal uploading behavior, they hint at </a:t>
            </a:r>
            <a:r>
              <a:rPr lang="en-US" b="1" dirty="0"/>
              <a:t>possible temporal patterns in long-term activity</a:t>
            </a:r>
            <a:r>
              <a:rPr lang="en-US" dirty="0"/>
              <a:t> depending on when a channel was started.</a:t>
            </a:r>
          </a:p>
          <a:p>
            <a:endParaRPr lang="en-IN" dirty="0"/>
          </a:p>
        </p:txBody>
      </p:sp>
    </p:spTree>
    <p:extLst>
      <p:ext uri="{BB962C8B-B14F-4D97-AF65-F5344CB8AC3E}">
        <p14:creationId xmlns:p14="http://schemas.microsoft.com/office/powerpoint/2010/main" val="32565279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 name="Google Shape;259;p32"/>
          <p:cNvPicPr/>
          <p:nvPr/>
        </p:nvPicPr>
        <p:blipFill>
          <a:blip r:embed="rId2"/>
          <a:srcRect l="20933" r="20933"/>
          <a:stretch/>
        </p:blipFill>
        <p:spPr>
          <a:xfrm flipH="1">
            <a:off x="6387120" y="947160"/>
            <a:ext cx="2107080" cy="2067120"/>
          </a:xfrm>
          <a:prstGeom prst="rect">
            <a:avLst/>
          </a:prstGeom>
          <a:noFill/>
          <a:ln w="19050">
            <a:solidFill>
              <a:srgbClr val="707070"/>
            </a:solidFill>
            <a:round/>
          </a:ln>
        </p:spPr>
      </p:pic>
      <p:sp>
        <p:nvSpPr>
          <p:cNvPr id="158" name="PlaceHolder 1"/>
          <p:cNvSpPr>
            <a:spLocks noGrp="1"/>
          </p:cNvSpPr>
          <p:nvPr>
            <p:ph type="subTitle"/>
          </p:nvPr>
        </p:nvSpPr>
        <p:spPr>
          <a:xfrm>
            <a:off x="3467160" y="3914640"/>
            <a:ext cx="5171760" cy="666360"/>
          </a:xfrm>
          <a:prstGeom prst="rect">
            <a:avLst/>
          </a:prstGeom>
          <a:noFill/>
          <a:ln w="0">
            <a:noFill/>
          </a:ln>
        </p:spPr>
        <p:txBody>
          <a:bodyPr lIns="91440" tIns="91440" rIns="91440" bIns="91440" anchor="t">
            <a:normAutofit/>
          </a:bodyPr>
          <a:lstStyle/>
          <a:p>
            <a:pPr algn="ctr"/>
            <a:r>
              <a:rPr lang="en-US" sz="1400" dirty="0"/>
              <a:t>Calculated channel age in months and divided total subs by age.</a:t>
            </a:r>
            <a:endParaRPr lang="en-US" sz="1400" b="0" u="none" strike="noStrike" dirty="0">
              <a:solidFill>
                <a:schemeClr val="dk1"/>
              </a:solidFill>
              <a:effectLst/>
              <a:uFillTx/>
              <a:latin typeface="Roboto Mono"/>
              <a:ea typeface="Roboto Mono"/>
            </a:endParaRPr>
          </a:p>
        </p:txBody>
      </p:sp>
      <p:sp>
        <p:nvSpPr>
          <p:cNvPr id="159" name="PlaceHolder 2"/>
          <p:cNvSpPr>
            <a:spLocks noGrp="1"/>
          </p:cNvSpPr>
          <p:nvPr>
            <p:ph type="title"/>
          </p:nvPr>
        </p:nvSpPr>
        <p:spPr>
          <a:xfrm>
            <a:off x="1395212" y="1533600"/>
            <a:ext cx="4164168" cy="2158344"/>
          </a:xfrm>
          <a:prstGeom prst="rect">
            <a:avLst/>
          </a:prstGeom>
          <a:noFill/>
          <a:ln w="0">
            <a:noFill/>
          </a:ln>
        </p:spPr>
        <p:txBody>
          <a:bodyPr lIns="91440" tIns="91440" rIns="91440" bIns="91440" anchor="ctr">
            <a:normAutofit fontScale="90000"/>
          </a:bodyPr>
          <a:lstStyle/>
          <a:p>
            <a:pPr>
              <a:lnSpc>
                <a:spcPct val="100000"/>
              </a:lnSpc>
              <a:tabLst>
                <a:tab pos="0" algn="l"/>
              </a:tabLst>
            </a:pPr>
            <a:r>
              <a:rPr lang="en-US" sz="2700" dirty="0"/>
              <a:t>What is the average number of subscribers gained per month since the creation of YouTube channels till now?</a:t>
            </a:r>
            <a:br>
              <a:rPr lang="en-IN" dirty="0"/>
            </a:br>
            <a:endParaRPr lang="fr-FR" sz="4000" b="0" u="none" strike="noStrike" dirty="0">
              <a:solidFill>
                <a:schemeClr val="dk1"/>
              </a:solidFill>
              <a:effectLst/>
              <a:uFillTx/>
              <a:latin typeface="Arial"/>
            </a:endParaRPr>
          </a:p>
        </p:txBody>
      </p:sp>
      <p:sp>
        <p:nvSpPr>
          <p:cNvPr id="160" name="PlaceHolder 3"/>
          <p:cNvSpPr>
            <a:spLocks noGrp="1"/>
          </p:cNvSpPr>
          <p:nvPr>
            <p:ph type="title"/>
          </p:nvPr>
        </p:nvSpPr>
        <p:spPr>
          <a:xfrm>
            <a:off x="708338" y="1914480"/>
            <a:ext cx="768438" cy="76176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5000" dirty="0">
                <a:solidFill>
                  <a:schemeClr val="dk2"/>
                </a:solidFill>
                <a:latin typeface="VT323"/>
              </a:rPr>
              <a:t>20</a:t>
            </a:r>
            <a:endParaRPr lang="fr-FR" sz="5000" b="0" u="none" strike="noStrike" dirty="0">
              <a:solidFill>
                <a:schemeClr val="dk1"/>
              </a:solidFill>
              <a:effectLst/>
              <a:uFillTx/>
              <a:latin typeface="Arial"/>
            </a:endParaRPr>
          </a:p>
        </p:txBody>
      </p:sp>
      <p:grpSp>
        <p:nvGrpSpPr>
          <p:cNvPr id="161" name="Google Shape;263;p32"/>
          <p:cNvGrpSpPr/>
          <p:nvPr/>
        </p:nvGrpSpPr>
        <p:grpSpPr>
          <a:xfrm>
            <a:off x="6386760" y="947160"/>
            <a:ext cx="2107080" cy="265320"/>
            <a:chOff x="6386760" y="947160"/>
            <a:chExt cx="2107080" cy="265320"/>
          </a:xfrm>
        </p:grpSpPr>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BA7A0-2BDE-1C65-8C32-5371B412FDF0}"/>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7FC21D4F-ECF7-6165-E97A-93F3872C4B9F}"/>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087F622F-DC1E-8ADC-8540-309AC1FFD7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63" y="746976"/>
            <a:ext cx="8706118" cy="4009622"/>
          </a:xfrm>
          <a:prstGeom prst="rect">
            <a:avLst/>
          </a:prstGeom>
        </p:spPr>
      </p:pic>
    </p:spTree>
    <p:extLst>
      <p:ext uri="{BB962C8B-B14F-4D97-AF65-F5344CB8AC3E}">
        <p14:creationId xmlns:p14="http://schemas.microsoft.com/office/powerpoint/2010/main" val="6284074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C165-D2D9-C779-6205-1D2E61FC7A1A}"/>
            </a:ext>
          </a:extLst>
        </p:cNvPr>
        <p:cNvGrpSpPr/>
        <p:nvPr/>
      </p:nvGrpSpPr>
      <p:grpSpPr>
        <a:xfrm>
          <a:off x="0" y="0"/>
          <a:ext cx="0" cy="0"/>
          <a:chOff x="0" y="0"/>
          <a:chExt cx="0" cy="0"/>
        </a:xfrm>
      </p:grpSpPr>
      <p:grpSp>
        <p:nvGrpSpPr>
          <p:cNvPr id="126" name="Google Shape;252;p31">
            <a:extLst>
              <a:ext uri="{FF2B5EF4-FFF2-40B4-BE49-F238E27FC236}">
                <a16:creationId xmlns:a16="http://schemas.microsoft.com/office/drawing/2014/main" id="{D10A3E59-27A8-D1AA-79C2-53BFB5972C25}"/>
              </a:ext>
            </a:extLst>
          </p:cNvPr>
          <p:cNvGrpSpPr/>
          <p:nvPr/>
        </p:nvGrpSpPr>
        <p:grpSpPr>
          <a:xfrm>
            <a:off x="511200" y="947160"/>
            <a:ext cx="2970720" cy="265320"/>
            <a:chOff x="511200" y="947160"/>
            <a:chExt cx="2970720" cy="265320"/>
          </a:xfrm>
        </p:grpSpPr>
      </p:grpSp>
      <p:pic>
        <p:nvPicPr>
          <p:cNvPr id="3" name="Picture 2">
            <a:extLst>
              <a:ext uri="{FF2B5EF4-FFF2-40B4-BE49-F238E27FC236}">
                <a16:creationId xmlns:a16="http://schemas.microsoft.com/office/drawing/2014/main" id="{A980C3B3-C786-2EB3-7965-5534479D2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62" y="746976"/>
            <a:ext cx="8723290" cy="4013914"/>
          </a:xfrm>
          <a:prstGeom prst="rect">
            <a:avLst/>
          </a:prstGeom>
        </p:spPr>
      </p:pic>
    </p:spTree>
    <p:extLst>
      <p:ext uri="{BB962C8B-B14F-4D97-AF65-F5344CB8AC3E}">
        <p14:creationId xmlns:p14="http://schemas.microsoft.com/office/powerpoint/2010/main" val="25308284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C50DF-EDAB-E3C9-A1B9-FB72C1468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15ECB-0595-5608-7359-DD4847BF2B52}"/>
              </a:ext>
            </a:extLst>
          </p:cNvPr>
          <p:cNvSpPr>
            <a:spLocks noGrp="1"/>
          </p:cNvSpPr>
          <p:nvPr>
            <p:ph type="title"/>
          </p:nvPr>
        </p:nvSpPr>
        <p:spPr>
          <a:xfrm>
            <a:off x="523875" y="1881187"/>
            <a:ext cx="8258175" cy="2776537"/>
          </a:xfrm>
        </p:spPr>
        <p:txBody>
          <a:bodyPr/>
          <a:lstStyle/>
          <a:p>
            <a:pPr algn="ctr"/>
            <a:br>
              <a:rPr lang="en-US" dirty="0"/>
            </a:br>
            <a:endParaRPr lang="en-IN" dirty="0"/>
          </a:p>
        </p:txBody>
      </p:sp>
      <p:sp>
        <p:nvSpPr>
          <p:cNvPr id="3" name="TextBox 2">
            <a:extLst>
              <a:ext uri="{FF2B5EF4-FFF2-40B4-BE49-F238E27FC236}">
                <a16:creationId xmlns:a16="http://schemas.microsoft.com/office/drawing/2014/main" id="{4470AF53-4D15-040D-CD29-C81DBF64A247}"/>
              </a:ext>
            </a:extLst>
          </p:cNvPr>
          <p:cNvSpPr txBox="1"/>
          <p:nvPr/>
        </p:nvSpPr>
        <p:spPr>
          <a:xfrm>
            <a:off x="3200400" y="819150"/>
            <a:ext cx="2510559" cy="523220"/>
          </a:xfrm>
          <a:prstGeom prst="rect">
            <a:avLst/>
          </a:prstGeom>
          <a:noFill/>
        </p:spPr>
        <p:txBody>
          <a:bodyPr wrap="none" rtlCol="0">
            <a:spAutoFit/>
          </a:bodyPr>
          <a:lstStyle/>
          <a:p>
            <a:r>
              <a:rPr lang="en-IN" sz="2800" dirty="0"/>
              <a:t>MY INSIGHTS</a:t>
            </a:r>
          </a:p>
        </p:txBody>
      </p:sp>
      <p:sp>
        <p:nvSpPr>
          <p:cNvPr id="4" name="TextBox 3">
            <a:extLst>
              <a:ext uri="{FF2B5EF4-FFF2-40B4-BE49-F238E27FC236}">
                <a16:creationId xmlns:a16="http://schemas.microsoft.com/office/drawing/2014/main" id="{B5B9C23C-25CD-D449-CCBA-66F3F1193B7C}"/>
              </a:ext>
            </a:extLst>
          </p:cNvPr>
          <p:cNvSpPr txBox="1"/>
          <p:nvPr/>
        </p:nvSpPr>
        <p:spPr>
          <a:xfrm>
            <a:off x="674254" y="1390650"/>
            <a:ext cx="7562850" cy="3139321"/>
          </a:xfrm>
          <a:prstGeom prst="rect">
            <a:avLst/>
          </a:prstGeom>
          <a:noFill/>
        </p:spPr>
        <p:txBody>
          <a:bodyPr wrap="square" rtlCol="0">
            <a:spAutoFit/>
          </a:bodyPr>
          <a:lstStyle/>
          <a:p>
            <a:r>
              <a:rPr lang="en-US" dirty="0"/>
              <a:t>The average number of subscribers gained per month since the creation of YouTube channels varies widely, with a right-skewed distribution indicating that while most channels grow at a moderate rate, a few gain subscribers at an exceptionally high pace. Based on the visual data, the majority of channels gain between 50,000 to 200,000 subscribers monthly, while the global average appears to fall roughly between 140,000 and 160,000. However, top-performing outliers like T-Series and Vlad and Niki gain over a million subscribers per month, significantly elevating the mean. This suggests that although explosive growth is possible, it is relatively rare, and most channels experience more gradual subscriber accumulation over time.</a:t>
            </a:r>
            <a:endParaRPr lang="en-IN" dirty="0"/>
          </a:p>
        </p:txBody>
      </p:sp>
    </p:spTree>
    <p:extLst>
      <p:ext uri="{BB962C8B-B14F-4D97-AF65-F5344CB8AC3E}">
        <p14:creationId xmlns:p14="http://schemas.microsoft.com/office/powerpoint/2010/main" val="2043557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Google Shape;249;p31"/>
          <p:cNvPicPr/>
          <p:nvPr/>
        </p:nvPicPr>
        <p:blipFill>
          <a:blip r:embed="rId2"/>
          <a:srcRect l="20603" r="20610"/>
          <a:stretch/>
        </p:blipFill>
        <p:spPr>
          <a:xfrm>
            <a:off x="522360" y="1195200"/>
            <a:ext cx="2946960" cy="3341160"/>
          </a:xfrm>
          <a:prstGeom prst="rect">
            <a:avLst/>
          </a:prstGeom>
          <a:noFill/>
          <a:ln w="9525">
            <a:solidFill>
              <a:srgbClr val="707070"/>
            </a:solidFill>
            <a:round/>
          </a:ln>
        </p:spPr>
      </p:pic>
      <p:sp>
        <p:nvSpPr>
          <p:cNvPr id="171" name="PlaceHolder 1"/>
          <p:cNvSpPr>
            <a:spLocks noGrp="1"/>
          </p:cNvSpPr>
          <p:nvPr>
            <p:ph type="title"/>
          </p:nvPr>
        </p:nvSpPr>
        <p:spPr>
          <a:xfrm>
            <a:off x="3790800" y="800280"/>
            <a:ext cx="4543200" cy="1257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200" b="0" u="none" strike="noStrike">
                <a:solidFill>
                  <a:schemeClr val="dk1"/>
                </a:solidFill>
                <a:effectLst/>
                <a:uFillTx/>
                <a:latin typeface="VT323"/>
                <a:ea typeface="VT323"/>
              </a:rPr>
              <a:t>Conclusions</a:t>
            </a:r>
            <a:endParaRPr lang="fr-FR" sz="3200" b="0" u="none" strike="noStrike">
              <a:solidFill>
                <a:schemeClr val="dk1"/>
              </a:solidFill>
              <a:effectLst/>
              <a:uFillTx/>
              <a:latin typeface="Arial"/>
            </a:endParaRPr>
          </a:p>
        </p:txBody>
      </p:sp>
      <p:grpSp>
        <p:nvGrpSpPr>
          <p:cNvPr id="173" name="Google Shape;252;p31"/>
          <p:cNvGrpSpPr/>
          <p:nvPr/>
        </p:nvGrpSpPr>
        <p:grpSpPr>
          <a:xfrm>
            <a:off x="511200" y="947160"/>
            <a:ext cx="2970720" cy="265320"/>
            <a:chOff x="511200" y="947160"/>
            <a:chExt cx="2970720" cy="265320"/>
          </a:xfrm>
        </p:grpSpPr>
      </p:grpSp>
      <p:sp>
        <p:nvSpPr>
          <p:cNvPr id="2" name="Content Placeholder 1">
            <a:extLst>
              <a:ext uri="{FF2B5EF4-FFF2-40B4-BE49-F238E27FC236}">
                <a16:creationId xmlns:a16="http://schemas.microsoft.com/office/drawing/2014/main" id="{FE8AC328-65D7-9941-505C-88B9A18B0AE9}"/>
              </a:ext>
            </a:extLst>
          </p:cNvPr>
          <p:cNvSpPr>
            <a:spLocks noGrp="1" noChangeArrowheads="1"/>
          </p:cNvSpPr>
          <p:nvPr>
            <p:ph/>
          </p:nvPr>
        </p:nvSpPr>
        <p:spPr bwMode="auto">
          <a:xfrm>
            <a:off x="3619500" y="1343316"/>
            <a:ext cx="5253038" cy="348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Correlation Isn’t Everything</a:t>
            </a:r>
            <a:r>
              <a:rPr kumimoji="0" lang="en-US" altLang="en-US" sz="1050" b="0" i="0" u="none" strike="noStrike" cap="none" normalizeH="0" baseline="0" dirty="0">
                <a:ln>
                  <a:noFill/>
                </a:ln>
                <a:solidFill>
                  <a:schemeClr val="tx1"/>
                </a:solidFill>
                <a:effectLst/>
                <a:latin typeface="Arial" panose="020B0604020202020204" pitchFamily="34" charset="0"/>
              </a:rPr>
              <a:t>: I learned that high population or unemployment doesn't necessarily translate to more YouTube subscribers or uploads — correlations were generally weak, which reminded me to not assume linear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External Factors Matter</a:t>
            </a:r>
            <a:r>
              <a:rPr kumimoji="0" lang="en-US" altLang="en-US" sz="1050" b="0" i="0" u="none" strike="noStrike" cap="none" normalizeH="0" baseline="0" dirty="0">
                <a:ln>
                  <a:noFill/>
                </a:ln>
                <a:solidFill>
                  <a:schemeClr val="tx1"/>
                </a:solidFill>
                <a:effectLst/>
                <a:latin typeface="Arial" panose="020B0604020202020204" pitchFamily="34" charset="0"/>
              </a:rPr>
              <a:t>: Platform bans, like in China, can heavily skew expected data patterns, showing me the importance of considering political and regulatory contexts in data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Distribution Insights</a:t>
            </a:r>
            <a:r>
              <a:rPr kumimoji="0" lang="en-US" altLang="en-US" sz="1050" b="0" i="0" u="none" strike="noStrike" cap="none" normalizeH="0" baseline="0" dirty="0">
                <a:ln>
                  <a:noFill/>
                </a:ln>
                <a:solidFill>
                  <a:schemeClr val="tx1"/>
                </a:solidFill>
                <a:effectLst/>
                <a:latin typeface="Arial" panose="020B0604020202020204" pitchFamily="34" charset="0"/>
              </a:rPr>
              <a:t>: YouTube channel metrics follow a skewed distribution — a few top performers dominate views and subscribers. This helped me appreciate the concept of power-law distributions in real-world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Importance of Aggregation &amp; Cleaning</a:t>
            </a:r>
            <a:r>
              <a:rPr kumimoji="0" lang="en-US" altLang="en-US" sz="1050" b="0" i="0" u="none" strike="noStrike" cap="none" normalizeH="0" baseline="0" dirty="0">
                <a:ln>
                  <a:noFill/>
                </a:ln>
                <a:solidFill>
                  <a:schemeClr val="tx1"/>
                </a:solidFill>
                <a:effectLst/>
                <a:latin typeface="Arial" panose="020B0604020202020204" pitchFamily="34" charset="0"/>
              </a:rPr>
              <a:t>: Grouping and cleaning data by country or channel type taught me that preprocessing is just as important as analysis itself to derive meaningful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Visualizations Uncover Patterns</a:t>
            </a:r>
            <a:r>
              <a:rPr kumimoji="0" lang="en-US" altLang="en-US" sz="1050" b="0" i="0" u="none" strike="noStrike" cap="none" normalizeH="0" baseline="0" dirty="0">
                <a:ln>
                  <a:noFill/>
                </a:ln>
                <a:solidFill>
                  <a:schemeClr val="tx1"/>
                </a:solidFill>
                <a:effectLst/>
                <a:latin typeface="Arial" panose="020B0604020202020204" pitchFamily="34" charset="0"/>
              </a:rPr>
              <a:t>: Plotting trends like uploads by creation month helped me notice hidden seasonal or behavioral trends — something raw numbers alone wouldn’t reveal.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 Causation</a:t>
            </a:r>
            <a:r>
              <a:rPr kumimoji="0" lang="en-US" altLang="en-US" sz="1050" b="0" i="0" u="none" strike="noStrike" cap="none" normalizeH="0" baseline="0" dirty="0">
                <a:ln>
                  <a:noFill/>
                </a:ln>
                <a:solidFill>
                  <a:schemeClr val="tx1"/>
                </a:solidFill>
                <a:effectLst/>
                <a:latin typeface="Arial" panose="020B0604020202020204" pitchFamily="34" charset="0"/>
              </a:rPr>
              <a:t>: Just because two variables relate weakly (e.g., subscribers and unemployment) doesn’t mean one affects the other — a key lesson in avoiding overinterpretation.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Curiosity Drives Depth</a:t>
            </a:r>
            <a:r>
              <a:rPr kumimoji="0" lang="en-US" altLang="en-US" sz="1050" b="0" i="0" u="none" strike="noStrike" cap="none" normalizeH="0" baseline="0" dirty="0">
                <a:ln>
                  <a:noFill/>
                </a:ln>
                <a:solidFill>
                  <a:schemeClr val="tx1"/>
                </a:solidFill>
                <a:effectLst/>
                <a:latin typeface="Arial" panose="020B0604020202020204" pitchFamily="34" charset="0"/>
              </a:rPr>
              <a:t>: Asking varied questions — even those that led to weak or no patterns — helped me think more critically and explore the data from multiple angles.</a:t>
            </a:r>
          </a:p>
        </p:txBody>
      </p:sp>
    </p:spTree>
  </p:cSld>
  <p:clrMapOvr>
    <a:masterClrMapping/>
  </p:clrMapOvr>
</p:sld>
</file>

<file path=ppt/theme/theme1.xml><?xml version="1.0" encoding="utf-8"?>
<a:theme xmlns:a="http://schemas.openxmlformats.org/drawingml/2006/main"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7995</TotalTime>
  <Words>3840</Words>
  <Application>Microsoft Office PowerPoint</Application>
  <PresentationFormat>On-screen Show (16:9)</PresentationFormat>
  <Paragraphs>173</Paragraphs>
  <Slides>73</Slides>
  <Notes>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73</vt:i4>
      </vt:variant>
    </vt:vector>
  </HeadingPairs>
  <TitlesOfParts>
    <vt:vector size="84" baseType="lpstr">
      <vt:lpstr>Aptos</vt:lpstr>
      <vt:lpstr>Arial</vt:lpstr>
      <vt:lpstr>Calibri</vt:lpstr>
      <vt:lpstr>OpenSymbol</vt:lpstr>
      <vt:lpstr>Roboto Mono</vt:lpstr>
      <vt:lpstr>Symbol</vt:lpstr>
      <vt:lpstr>VT323</vt:lpstr>
      <vt:lpstr>Wingdings</vt:lpstr>
      <vt:lpstr>My Presentation Template</vt:lpstr>
      <vt:lpstr>My Presentation Template</vt:lpstr>
      <vt:lpstr>Slidesgo Final Pages</vt:lpstr>
      <vt:lpstr>Global YouTube Statistics Analysis</vt:lpstr>
      <vt:lpstr>Introduction</vt:lpstr>
      <vt:lpstr>Data Pre-processing</vt:lpstr>
      <vt:lpstr>What are the top 10 YouTube channels based on the number of subscribers? </vt:lpstr>
      <vt:lpstr>PowerPoint Presentation</vt:lpstr>
      <vt:lpstr>Visualizing the results through a horizontal bar chart provided a clear comparison between subscriber counts. The analysis revealed a significant gap between the top few creators and the rest, indicating a highly skewed distribution where a small number of channels dominate audience attention. This insight sets the stage for understanding content dominance and popularity concentration in the YouTube ecosystem. </vt:lpstr>
      <vt:lpstr>Which category has the highest average number of subscribers?</vt:lpstr>
      <vt:lpstr>PowerPoint Presentation</vt:lpstr>
      <vt:lpstr> </vt:lpstr>
      <vt:lpstr>How many videos, on average, are uploaded by YouTube channels in each category?</vt:lpstr>
      <vt:lpstr>PowerPoint Presentation</vt:lpstr>
      <vt:lpstr>PowerPoint Presentation</vt:lpstr>
      <vt:lpstr>What are the top 5 countries with the highest number of YouTube channels?</vt:lpstr>
      <vt:lpstr>PowerPoint Presentation</vt:lpstr>
      <vt:lpstr> </vt:lpstr>
      <vt:lpstr>What is the distribution of channel types across different categories?</vt:lpstr>
      <vt:lpstr>PowerPoint Presentation</vt:lpstr>
      <vt:lpstr> </vt:lpstr>
      <vt:lpstr>Is there a correlation between the number of subscribers and total video views for YouTube channels? </vt:lpstr>
      <vt:lpstr>PowerPoint Presentation</vt:lpstr>
      <vt:lpstr>The result was a strong positive correlation of 0.75, which means that channels with more subscribers generally also tend to have more video views. I also visualized the relationship using a heatmap and a pair plot. The pair plot revealed that although the trend is upward, there are a few notable exceptions—some channels achieve significantly high views despite fewer subscribers, possibly due to viral content or high viewer retention. This analysis shows that while subscriber count is a good indicator of reach, it's not the only metric that determines viewership. Understanding both correlation values and visual trends is important for gaining deeper insights into content performance and audience behavior.  </vt:lpstr>
      <vt:lpstr>How do the monthly earnings vary throughout different categories? </vt:lpstr>
      <vt:lpstr>PowerPoint Presentation</vt:lpstr>
      <vt:lpstr> </vt:lpstr>
      <vt:lpstr>What is the overall trend in subscribers gained in the last 30 days across all channels? </vt:lpstr>
      <vt:lpstr>PowerPoint Presentation</vt:lpstr>
      <vt:lpstr>PowerPoint Presentation</vt:lpstr>
      <vt:lpstr>PowerPoint Presentation</vt:lpstr>
      <vt:lpstr>PowerPoint Presentation</vt:lpstr>
      <vt:lpstr>PowerPoint Presentation</vt:lpstr>
      <vt:lpstr> </vt:lpstr>
      <vt:lpstr>Are there any outliers in terms of yearly earnings from YouTube channels?</vt:lpstr>
      <vt:lpstr>PowerPoint Presentation</vt:lpstr>
      <vt:lpstr>PowerPoint Presentation</vt:lpstr>
      <vt:lpstr>PowerPoint Presentation</vt:lpstr>
      <vt:lpstr> </vt:lpstr>
      <vt:lpstr>What is the distribution of channel creation dates? Is there any trend over time? </vt:lpstr>
      <vt:lpstr>PowerPoint Presentation</vt:lpstr>
      <vt:lpstr>PowerPoint Presentation</vt:lpstr>
      <vt:lpstr> </vt:lpstr>
      <vt:lpstr>Is there a relationship between gross tertiary education enrollment and the number of YouTube channels in a country? </vt:lpstr>
      <vt:lpstr>PowerPoint Presentation</vt:lpstr>
      <vt:lpstr> </vt:lpstr>
      <vt:lpstr>How does the unemployment rate vary among the top 10 countries with the highest number of YouTube channels? </vt:lpstr>
      <vt:lpstr>PowerPoint Presentation</vt:lpstr>
      <vt:lpstr> </vt:lpstr>
      <vt:lpstr>What is the average urban population percentage in countries with YouTube channels? </vt:lpstr>
      <vt:lpstr>PowerPoint Presentation</vt:lpstr>
      <vt:lpstr>PowerPoint Presentation</vt:lpstr>
      <vt:lpstr> </vt:lpstr>
      <vt:lpstr>Are there any patterns in the distribution of YouTube channels based on latitude and longitude coordinates? </vt:lpstr>
      <vt:lpstr>PowerPoint Presentation</vt:lpstr>
      <vt:lpstr> </vt:lpstr>
      <vt:lpstr>What is the correlation between the number of subscribers and the population of a country? </vt:lpstr>
      <vt:lpstr>PowerPoint Presentation</vt:lpstr>
      <vt:lpstr> </vt:lpstr>
      <vt:lpstr>How do the top 10 countries with the highest number of YouTube channels compare in terms of their total population? </vt:lpstr>
      <vt:lpstr>PowerPoint Presentation</vt:lpstr>
      <vt:lpstr> </vt:lpstr>
      <vt:lpstr>Is there a correlation between the number of subscribers gained in the last 30 days and the unemployment rate in a country?</vt:lpstr>
      <vt:lpstr>PowerPoint Presentation</vt:lpstr>
      <vt:lpstr> </vt:lpstr>
      <vt:lpstr>How does the distribution of video views for the last 30 days vary across different channel types? </vt:lpstr>
      <vt:lpstr>PowerPoint Presentation</vt:lpstr>
      <vt:lpstr> </vt:lpstr>
      <vt:lpstr>Are there any seasonal trends in the number of videos uploaded by YouTube channels? </vt:lpstr>
      <vt:lpstr>PowerPoint Presentation</vt:lpstr>
      <vt:lpstr>PowerPoint Presentation</vt:lpstr>
      <vt:lpstr>What is the average number of subscribers gained per month since the creation of YouTube channels till now? </vt:lpstr>
      <vt:lpstr>PowerPoint Presentation</vt:lpstr>
      <vt:lpstr>PowerPoint Presentation</vt:lpstr>
      <vt:lpstr> </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Shreyoshi kundu</cp:lastModifiedBy>
  <cp:revision>1</cp:revision>
  <dcterms:modified xsi:type="dcterms:W3CDTF">2025-07-26T18:36:45Z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2025-07-06T19:48:02Z</dcterms:created>
  <dc:creator>Unknown Creator</dc:creator>
  <dc:description/>
  <dc:language>en-US</dc:language>
  <cp:lastModifiedBy>Unknown Creator</cp:lastModifiedBy>
  <dcterms:modified xsi:type="dcterms:W3CDTF">2025-07-06T19:48:02Z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